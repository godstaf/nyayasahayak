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13716000" cx="24387025"/>
  <p:notesSz cx="13716000" cy="24387025"/>
  <p:embeddedFontLst>
    <p:embeddedFont>
      <p:font typeface="Inter SemiBold"/>
      <p:regular r:id="rId18"/>
      <p:bold r:id="rId19"/>
      <p:italic r:id="rId20"/>
      <p:boldItalic r:id="rId21"/>
    </p:embeddedFont>
    <p:embeddedFont>
      <p:font typeface="Manrope SemiBo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SemiBold-italic.fntdata"/><Relationship Id="rId22" Type="http://schemas.openxmlformats.org/officeDocument/2006/relationships/font" Target="fonts/ManropeSemiBold-regular.fntdata"/><Relationship Id="rId21" Type="http://schemas.openxmlformats.org/officeDocument/2006/relationships/font" Target="fonts/InterSemiBold-boldItalic.fntdata"/><Relationship Id="rId23" Type="http://schemas.openxmlformats.org/officeDocument/2006/relationships/font" Target="fonts/Manrope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30.png"/></Relationships>
</file>

<file path=ppt/slides/_rels/slide2.xml.rels><?xml version="1.0" encoding="UTF-8" standalone="yes"?><Relationships xmlns="http://schemas.openxmlformats.org/package/2006/relationships"><Relationship Id="rId20" Type="http://schemas.openxmlformats.org/officeDocument/2006/relationships/image" Target="../media/image110.png"/><Relationship Id="rId11" Type="http://schemas.openxmlformats.org/officeDocument/2006/relationships/image" Target="../media/image11.png"/><Relationship Id="rId10" Type="http://schemas.openxmlformats.org/officeDocument/2006/relationships/image" Target="../media/image6.png"/><Relationship Id="rId13" Type="http://schemas.openxmlformats.org/officeDocument/2006/relationships/image" Target="../media/image4.png"/><Relationship Id="rId12"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9.png"/><Relationship Id="rId15" Type="http://schemas.openxmlformats.org/officeDocument/2006/relationships/image" Target="../media/image24.png"/><Relationship Id="rId14" Type="http://schemas.openxmlformats.org/officeDocument/2006/relationships/image" Target="../media/image19.png"/><Relationship Id="rId17" Type="http://schemas.openxmlformats.org/officeDocument/2006/relationships/image" Target="../media/image14.png"/><Relationship Id="rId16" Type="http://schemas.openxmlformats.org/officeDocument/2006/relationships/image" Target="../media/image16.png"/><Relationship Id="rId5" Type="http://schemas.openxmlformats.org/officeDocument/2006/relationships/image" Target="../media/image18.png"/><Relationship Id="rId19" Type="http://schemas.openxmlformats.org/officeDocument/2006/relationships/image" Target="../media/image27.png"/><Relationship Id="rId6" Type="http://schemas.openxmlformats.org/officeDocument/2006/relationships/image" Target="../media/image17.png"/><Relationship Id="rId18" Type="http://schemas.openxmlformats.org/officeDocument/2006/relationships/image" Target="../media/image46.png"/><Relationship Id="rId7" Type="http://schemas.openxmlformats.org/officeDocument/2006/relationships/image" Target="../media/image26.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35.png"/><Relationship Id="rId13" Type="http://schemas.openxmlformats.org/officeDocument/2006/relationships/image" Target="../media/image87.png"/><Relationship Id="rId12"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42.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8.png"/></Relationships>
</file>

<file path=ppt/slides/_rels/slide4.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30.png"/></Relationships>
</file>

<file path=ppt/slides/_rels/slide5.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1.png"/><Relationship Id="rId5" Type="http://schemas.openxmlformats.org/officeDocument/2006/relationships/image" Target="../media/image30.png"/><Relationship Id="rId6" Type="http://schemas.openxmlformats.org/officeDocument/2006/relationships/image" Target="../media/image6.png"/><Relationship Id="rId7" Type="http://schemas.openxmlformats.org/officeDocument/2006/relationships/image" Target="../media/image56.png"/><Relationship Id="rId8" Type="http://schemas.openxmlformats.org/officeDocument/2006/relationships/image" Target="../media/image58.png"/></Relationships>
</file>

<file path=ppt/slides/_rels/slide6.xml.rels><?xml version="1.0" encoding="UTF-8" standalone="yes"?><Relationships xmlns="http://schemas.openxmlformats.org/package/2006/relationships"><Relationship Id="rId11" Type="http://schemas.openxmlformats.org/officeDocument/2006/relationships/image" Target="../media/image71.png"/><Relationship Id="rId10" Type="http://schemas.openxmlformats.org/officeDocument/2006/relationships/image" Target="../media/image73.png"/><Relationship Id="rId13" Type="http://schemas.openxmlformats.org/officeDocument/2006/relationships/image" Target="../media/image66.png"/><Relationship Id="rId12"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15" Type="http://schemas.openxmlformats.org/officeDocument/2006/relationships/image" Target="../media/image74.png"/><Relationship Id="rId14" Type="http://schemas.openxmlformats.org/officeDocument/2006/relationships/image" Target="../media/image75.png"/><Relationship Id="rId17" Type="http://schemas.openxmlformats.org/officeDocument/2006/relationships/image" Target="../media/image63.png"/><Relationship Id="rId16" Type="http://schemas.openxmlformats.org/officeDocument/2006/relationships/image" Target="../media/image62.png"/><Relationship Id="rId5" Type="http://schemas.openxmlformats.org/officeDocument/2006/relationships/image" Target="../media/image5.png"/><Relationship Id="rId6" Type="http://schemas.openxmlformats.org/officeDocument/2006/relationships/image" Target="../media/image3.png"/><Relationship Id="rId18" Type="http://schemas.openxmlformats.org/officeDocument/2006/relationships/image" Target="../media/image79.png"/><Relationship Id="rId7" Type="http://schemas.openxmlformats.org/officeDocument/2006/relationships/image" Target="../media/image1.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1" Type="http://schemas.openxmlformats.org/officeDocument/2006/relationships/image" Target="../media/image80.png"/><Relationship Id="rId10" Type="http://schemas.openxmlformats.org/officeDocument/2006/relationships/image" Target="../media/image92.png"/><Relationship Id="rId13" Type="http://schemas.openxmlformats.org/officeDocument/2006/relationships/image" Target="../media/image82.png"/><Relationship Id="rId12" Type="http://schemas.openxmlformats.org/officeDocument/2006/relationships/image" Target="../media/image93.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45.png"/><Relationship Id="rId15" Type="http://schemas.openxmlformats.org/officeDocument/2006/relationships/image" Target="../media/image90.png"/><Relationship Id="rId14" Type="http://schemas.openxmlformats.org/officeDocument/2006/relationships/image" Target="../media/image83.png"/><Relationship Id="rId16" Type="http://schemas.openxmlformats.org/officeDocument/2006/relationships/image" Target="../media/image107.png"/><Relationship Id="rId5" Type="http://schemas.openxmlformats.org/officeDocument/2006/relationships/image" Target="../media/image6.png"/><Relationship Id="rId6" Type="http://schemas.openxmlformats.org/officeDocument/2006/relationships/image" Target="../media/image78.png"/><Relationship Id="rId7" Type="http://schemas.openxmlformats.org/officeDocument/2006/relationships/image" Target="../media/image91.png"/><Relationship Id="rId8" Type="http://schemas.openxmlformats.org/officeDocument/2006/relationships/image" Target="../media/image81.png"/></Relationships>
</file>

<file path=ppt/slides/_rels/slide8.xml.rels><?xml version="1.0" encoding="UTF-8" standalone="yes"?><Relationships xmlns="http://schemas.openxmlformats.org/package/2006/relationships"><Relationship Id="rId20" Type="http://schemas.openxmlformats.org/officeDocument/2006/relationships/image" Target="../media/image175.png"/><Relationship Id="rId22" Type="http://schemas.openxmlformats.org/officeDocument/2006/relationships/image" Target="../media/image105.png"/><Relationship Id="rId21" Type="http://schemas.openxmlformats.org/officeDocument/2006/relationships/image" Target="../media/image155.png"/><Relationship Id="rId24" Type="http://schemas.openxmlformats.org/officeDocument/2006/relationships/image" Target="../media/image119.png"/><Relationship Id="rId23" Type="http://schemas.openxmlformats.org/officeDocument/2006/relationships/image" Target="../media/image106.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01.png"/><Relationship Id="rId26" Type="http://schemas.openxmlformats.org/officeDocument/2006/relationships/image" Target="../media/image114.png"/><Relationship Id="rId25" Type="http://schemas.openxmlformats.org/officeDocument/2006/relationships/image" Target="../media/image112.png"/><Relationship Id="rId28" Type="http://schemas.openxmlformats.org/officeDocument/2006/relationships/image" Target="../media/image117.png"/><Relationship Id="rId27" Type="http://schemas.openxmlformats.org/officeDocument/2006/relationships/image" Target="../media/image122.png"/><Relationship Id="rId5" Type="http://schemas.openxmlformats.org/officeDocument/2006/relationships/image" Target="../media/image6.png"/><Relationship Id="rId6" Type="http://schemas.openxmlformats.org/officeDocument/2006/relationships/image" Target="../media/image97.png"/><Relationship Id="rId29" Type="http://schemas.openxmlformats.org/officeDocument/2006/relationships/image" Target="../media/image132.png"/><Relationship Id="rId7" Type="http://schemas.openxmlformats.org/officeDocument/2006/relationships/image" Target="../media/image96.png"/><Relationship Id="rId8" Type="http://schemas.openxmlformats.org/officeDocument/2006/relationships/image" Target="../media/image123.png"/><Relationship Id="rId31" Type="http://schemas.openxmlformats.org/officeDocument/2006/relationships/image" Target="../media/image116.png"/><Relationship Id="rId30" Type="http://schemas.openxmlformats.org/officeDocument/2006/relationships/image" Target="../media/image127.png"/><Relationship Id="rId11" Type="http://schemas.openxmlformats.org/officeDocument/2006/relationships/image" Target="../media/image102.png"/><Relationship Id="rId10" Type="http://schemas.openxmlformats.org/officeDocument/2006/relationships/image" Target="../media/image100.png"/><Relationship Id="rId32" Type="http://schemas.openxmlformats.org/officeDocument/2006/relationships/image" Target="../media/image128.png"/><Relationship Id="rId13" Type="http://schemas.openxmlformats.org/officeDocument/2006/relationships/image" Target="../media/image104.png"/><Relationship Id="rId12" Type="http://schemas.openxmlformats.org/officeDocument/2006/relationships/image" Target="../media/image109.png"/><Relationship Id="rId15" Type="http://schemas.openxmlformats.org/officeDocument/2006/relationships/image" Target="../media/image133.png"/><Relationship Id="rId14" Type="http://schemas.openxmlformats.org/officeDocument/2006/relationships/image" Target="../media/image98.png"/><Relationship Id="rId17" Type="http://schemas.openxmlformats.org/officeDocument/2006/relationships/image" Target="../media/image103.png"/><Relationship Id="rId16" Type="http://schemas.openxmlformats.org/officeDocument/2006/relationships/image" Target="../media/image111.png"/><Relationship Id="rId19" Type="http://schemas.openxmlformats.org/officeDocument/2006/relationships/image" Target="../media/image115.png"/><Relationship Id="rId18" Type="http://schemas.openxmlformats.org/officeDocument/2006/relationships/image" Target="../media/image10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53.png"/><Relationship Id="rId7" Type="http://schemas.openxmlformats.org/officeDocument/2006/relationships/image" Target="../media/image1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34.png"/><Relationship Id="rId5" Type="http://schemas.openxmlformats.org/officeDocument/2006/relationships/image" Target="../media/image137.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30.png"/><Relationship Id="rId10" Type="http://schemas.openxmlformats.org/officeDocument/2006/relationships/image" Target="../media/image1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148.png"/><Relationship Id="rId6" Type="http://schemas.openxmlformats.org/officeDocument/2006/relationships/image" Target="../media/image136.png"/><Relationship Id="rId7" Type="http://schemas.openxmlformats.org/officeDocument/2006/relationships/image" Target="../media/image151.png"/><Relationship Id="rId8" Type="http://schemas.openxmlformats.org/officeDocument/2006/relationships/image" Target="../media/image9.png"/><Relationship Id="rId11" Type="http://schemas.openxmlformats.org/officeDocument/2006/relationships/image" Target="../media/image162.png"/><Relationship Id="rId10" Type="http://schemas.openxmlformats.org/officeDocument/2006/relationships/image" Target="../media/image142.png"/></Relationships>
</file>

<file path=ppt/slides/_rels/slide12.xml.rels><?xml version="1.0" encoding="UTF-8" standalone="yes"?><Relationships xmlns="http://schemas.openxmlformats.org/package/2006/relationships"><Relationship Id="rId20" Type="http://schemas.openxmlformats.org/officeDocument/2006/relationships/image" Target="../media/image168.png"/><Relationship Id="rId22" Type="http://schemas.openxmlformats.org/officeDocument/2006/relationships/image" Target="../media/image176.png"/><Relationship Id="rId21" Type="http://schemas.openxmlformats.org/officeDocument/2006/relationships/image" Target="../media/image170.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161.png"/><Relationship Id="rId6" Type="http://schemas.openxmlformats.org/officeDocument/2006/relationships/image" Target="../media/image159.png"/><Relationship Id="rId7" Type="http://schemas.openxmlformats.org/officeDocument/2006/relationships/image" Target="../media/image150.png"/><Relationship Id="rId8" Type="http://schemas.openxmlformats.org/officeDocument/2006/relationships/image" Target="../media/image30.png"/><Relationship Id="rId11" Type="http://schemas.openxmlformats.org/officeDocument/2006/relationships/image" Target="../media/image164.png"/><Relationship Id="rId10" Type="http://schemas.openxmlformats.org/officeDocument/2006/relationships/image" Target="../media/image156.png"/><Relationship Id="rId13" Type="http://schemas.openxmlformats.org/officeDocument/2006/relationships/image" Target="../media/image157.png"/><Relationship Id="rId12" Type="http://schemas.openxmlformats.org/officeDocument/2006/relationships/image" Target="../media/image158.png"/><Relationship Id="rId15" Type="http://schemas.openxmlformats.org/officeDocument/2006/relationships/image" Target="../media/image172.png"/><Relationship Id="rId14" Type="http://schemas.openxmlformats.org/officeDocument/2006/relationships/image" Target="../media/image160.png"/><Relationship Id="rId17" Type="http://schemas.openxmlformats.org/officeDocument/2006/relationships/image" Target="../media/image167.png"/><Relationship Id="rId16" Type="http://schemas.openxmlformats.org/officeDocument/2006/relationships/image" Target="../media/image174.png"/><Relationship Id="rId19" Type="http://schemas.openxmlformats.org/officeDocument/2006/relationships/image" Target="../media/image166.png"/><Relationship Id="rId18" Type="http://schemas.openxmlformats.org/officeDocument/2006/relationships/image" Target="../media/image16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78.png"/><Relationship Id="rId7"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 " id="16" name="Google Shape;16;p3"/>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17" name="Google Shape;17;p3"/>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18" name="Google Shape;18;p3"/>
          <p:cNvSpPr/>
          <p:nvPr/>
        </p:nvSpPr>
        <p:spPr>
          <a:xfrm>
            <a:off x="1347361" y="3465860"/>
            <a:ext cx="1445972" cy="57231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9" name="Google Shape;19;p3"/>
          <p:cNvPicPr preferRelativeResize="0"/>
          <p:nvPr/>
        </p:nvPicPr>
        <p:blipFill rotWithShape="1">
          <a:blip r:embed="rId5">
            <a:alphaModFix/>
          </a:blip>
          <a:srcRect b="0" l="0" r="0" t="0"/>
          <a:stretch/>
        </p:blipFill>
        <p:spPr>
          <a:xfrm>
            <a:off x="1347361" y="2298700"/>
            <a:ext cx="1445956" cy="8059787"/>
          </a:xfrm>
          <a:prstGeom prst="rect">
            <a:avLst/>
          </a:prstGeom>
          <a:noFill/>
          <a:ln>
            <a:noFill/>
          </a:ln>
        </p:spPr>
      </p:pic>
      <p:pic>
        <p:nvPicPr>
          <p:cNvPr descr=" " id="20" name="Google Shape;20;p3"/>
          <p:cNvPicPr preferRelativeResize="0"/>
          <p:nvPr/>
        </p:nvPicPr>
        <p:blipFill rotWithShape="1">
          <a:blip r:embed="rId6">
            <a:alphaModFix/>
          </a:blip>
          <a:srcRect b="0" l="0" r="0" t="0"/>
          <a:stretch/>
        </p:blipFill>
        <p:spPr>
          <a:xfrm>
            <a:off x="2244857" y="6222603"/>
            <a:ext cx="213992" cy="213965"/>
          </a:xfrm>
          <a:prstGeom prst="rect">
            <a:avLst/>
          </a:prstGeom>
          <a:noFill/>
          <a:ln>
            <a:noFill/>
          </a:ln>
        </p:spPr>
      </p:pic>
      <p:pic>
        <p:nvPicPr>
          <p:cNvPr descr=" " id="21" name="Google Shape;21;p3"/>
          <p:cNvPicPr preferRelativeResize="0"/>
          <p:nvPr/>
        </p:nvPicPr>
        <p:blipFill rotWithShape="1">
          <a:blip r:embed="rId7">
            <a:alphaModFix/>
          </a:blip>
          <a:srcRect b="0" l="0" r="0" t="0"/>
          <a:stretch/>
        </p:blipFill>
        <p:spPr>
          <a:xfrm>
            <a:off x="2244857" y="6222554"/>
            <a:ext cx="213992" cy="213965"/>
          </a:xfrm>
          <a:prstGeom prst="rect">
            <a:avLst/>
          </a:prstGeom>
          <a:noFill/>
          <a:ln>
            <a:noFill/>
          </a:ln>
        </p:spPr>
      </p:pic>
      <p:pic>
        <p:nvPicPr>
          <p:cNvPr descr=" " id="22" name="Google Shape;22;p3"/>
          <p:cNvPicPr preferRelativeResize="0"/>
          <p:nvPr/>
        </p:nvPicPr>
        <p:blipFill rotWithShape="1">
          <a:blip r:embed="rId8">
            <a:alphaModFix/>
          </a:blip>
          <a:srcRect b="0" l="0" r="0" t="0"/>
          <a:stretch/>
        </p:blipFill>
        <p:spPr>
          <a:xfrm>
            <a:off x="1350635" y="0"/>
            <a:ext cx="64848" cy="13716000"/>
          </a:xfrm>
          <a:prstGeom prst="rect">
            <a:avLst/>
          </a:prstGeom>
          <a:noFill/>
          <a:ln>
            <a:noFill/>
          </a:ln>
        </p:spPr>
      </p:pic>
      <p:pic>
        <p:nvPicPr>
          <p:cNvPr descr=" " id="23" name="Google Shape;23;p3"/>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sp>
        <p:nvSpPr>
          <p:cNvPr id="24" name="Google Shape;24;p3"/>
          <p:cNvSpPr txBox="1"/>
          <p:nvPr/>
        </p:nvSpPr>
        <p:spPr>
          <a:xfrm>
            <a:off x="2793325" y="4818250"/>
            <a:ext cx="47151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900">
                <a:solidFill>
                  <a:schemeClr val="lt1"/>
                </a:solidFill>
              </a:rPr>
              <a:t>Project Name </a:t>
            </a:r>
            <a:endParaRPr b="1" sz="3900">
              <a:solidFill>
                <a:schemeClr val="lt1"/>
              </a:solidFill>
            </a:endParaRPr>
          </a:p>
        </p:txBody>
      </p:sp>
      <p:sp>
        <p:nvSpPr>
          <p:cNvPr id="25" name="Google Shape;25;p3"/>
          <p:cNvSpPr txBox="1"/>
          <p:nvPr/>
        </p:nvSpPr>
        <p:spPr>
          <a:xfrm>
            <a:off x="2793325" y="557605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chemeClr val="lt1"/>
                </a:solidFill>
              </a:rPr>
              <a:t>Team Name </a:t>
            </a:r>
            <a:endParaRPr b="1" sz="3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pic>
        <p:nvPicPr>
          <p:cNvPr descr=" " id="31" name="Google Shape;31;p4"/>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32" name="Google Shape;32;p4"/>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33" name="Google Shape;33;p4"/>
          <p:cNvSpPr/>
          <p:nvPr/>
        </p:nvSpPr>
        <p:spPr>
          <a:xfrm>
            <a:off x="1346368" y="0"/>
            <a:ext cx="1447981" cy="523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4" name="Google Shape;34;p4"/>
          <p:cNvPicPr preferRelativeResize="0"/>
          <p:nvPr/>
        </p:nvPicPr>
        <p:blipFill rotWithShape="1">
          <a:blip r:embed="rId5">
            <a:alphaModFix/>
          </a:blip>
          <a:srcRect b="0" l="0" r="0" t="0"/>
          <a:stretch/>
        </p:blipFill>
        <p:spPr>
          <a:xfrm>
            <a:off x="1346368" y="0"/>
            <a:ext cx="1447981" cy="5562600"/>
          </a:xfrm>
          <a:prstGeom prst="rect">
            <a:avLst/>
          </a:prstGeom>
          <a:noFill/>
          <a:ln>
            <a:noFill/>
          </a:ln>
        </p:spPr>
      </p:pic>
      <p:pic>
        <p:nvPicPr>
          <p:cNvPr descr=" " id="35" name="Google Shape;35;p4"/>
          <p:cNvPicPr preferRelativeResize="0"/>
          <p:nvPr/>
        </p:nvPicPr>
        <p:blipFill rotWithShape="1">
          <a:blip r:embed="rId6">
            <a:alphaModFix/>
          </a:blip>
          <a:srcRect b="0" l="0" r="0" t="0"/>
          <a:stretch/>
        </p:blipFill>
        <p:spPr>
          <a:xfrm>
            <a:off x="1354753" y="179338"/>
            <a:ext cx="1015135" cy="5383262"/>
          </a:xfrm>
          <a:prstGeom prst="rect">
            <a:avLst/>
          </a:prstGeom>
          <a:noFill/>
          <a:ln>
            <a:noFill/>
          </a:ln>
        </p:spPr>
      </p:pic>
      <p:pic>
        <p:nvPicPr>
          <p:cNvPr descr=" " id="36" name="Google Shape;36;p4"/>
          <p:cNvPicPr preferRelativeResize="0"/>
          <p:nvPr/>
        </p:nvPicPr>
        <p:blipFill rotWithShape="1">
          <a:blip r:embed="rId7">
            <a:alphaModFix/>
          </a:blip>
          <a:srcRect b="0" l="0" r="0" t="0"/>
          <a:stretch/>
        </p:blipFill>
        <p:spPr>
          <a:xfrm>
            <a:off x="2245105" y="2082800"/>
            <a:ext cx="214290" cy="241300"/>
          </a:xfrm>
          <a:prstGeom prst="rect">
            <a:avLst/>
          </a:prstGeom>
          <a:noFill/>
          <a:ln>
            <a:noFill/>
          </a:ln>
        </p:spPr>
      </p:pic>
      <p:pic>
        <p:nvPicPr>
          <p:cNvPr descr=" " id="37" name="Google Shape;37;p4"/>
          <p:cNvPicPr preferRelativeResize="0"/>
          <p:nvPr/>
        </p:nvPicPr>
        <p:blipFill rotWithShape="1">
          <a:blip r:embed="rId8">
            <a:alphaModFix/>
          </a:blip>
          <a:srcRect b="0" l="0" r="0" t="0"/>
          <a:stretch/>
        </p:blipFill>
        <p:spPr>
          <a:xfrm>
            <a:off x="2245154" y="2085975"/>
            <a:ext cx="214190" cy="234900"/>
          </a:xfrm>
          <a:prstGeom prst="rect">
            <a:avLst/>
          </a:prstGeom>
          <a:noFill/>
          <a:ln>
            <a:noFill/>
          </a:ln>
        </p:spPr>
      </p:pic>
      <p:pic>
        <p:nvPicPr>
          <p:cNvPr descr=" " id="38" name="Google Shape;38;p4"/>
          <p:cNvPicPr preferRelativeResize="0"/>
          <p:nvPr/>
        </p:nvPicPr>
        <p:blipFill rotWithShape="1">
          <a:blip r:embed="rId9">
            <a:alphaModFix/>
          </a:blip>
          <a:srcRect b="0" l="0" r="0" t="0"/>
          <a:stretch/>
        </p:blipFill>
        <p:spPr>
          <a:xfrm>
            <a:off x="1346368" y="0"/>
            <a:ext cx="63508" cy="13716000"/>
          </a:xfrm>
          <a:prstGeom prst="rect">
            <a:avLst/>
          </a:prstGeom>
          <a:noFill/>
          <a:ln>
            <a:noFill/>
          </a:ln>
        </p:spPr>
      </p:pic>
      <p:pic>
        <p:nvPicPr>
          <p:cNvPr descr=" " id="39" name="Google Shape;39;p4"/>
          <p:cNvPicPr preferRelativeResize="0"/>
          <p:nvPr/>
        </p:nvPicPr>
        <p:blipFill rotWithShape="1">
          <a:blip r:embed="rId10">
            <a:alphaModFix/>
          </a:blip>
          <a:srcRect b="0" l="0" r="0" t="0"/>
          <a:stretch/>
        </p:blipFill>
        <p:spPr>
          <a:xfrm>
            <a:off x="0" y="10971312"/>
            <a:ext cx="24387048" cy="2744688"/>
          </a:xfrm>
          <a:prstGeom prst="rect">
            <a:avLst/>
          </a:prstGeom>
          <a:noFill/>
          <a:ln>
            <a:noFill/>
          </a:ln>
        </p:spPr>
      </p:pic>
      <p:pic>
        <p:nvPicPr>
          <p:cNvPr descr=" " id="40" name="Google Shape;40;p4"/>
          <p:cNvPicPr preferRelativeResize="0"/>
          <p:nvPr/>
        </p:nvPicPr>
        <p:blipFill rotWithShape="1">
          <a:blip r:embed="rId11">
            <a:alphaModFix/>
          </a:blip>
          <a:srcRect b="0" l="0" r="0" t="0"/>
          <a:stretch/>
        </p:blipFill>
        <p:spPr>
          <a:xfrm>
            <a:off x="2942551" y="1662063"/>
            <a:ext cx="2945429" cy="863798"/>
          </a:xfrm>
          <a:prstGeom prst="rect">
            <a:avLst/>
          </a:prstGeom>
          <a:noFill/>
          <a:ln>
            <a:noFill/>
          </a:ln>
        </p:spPr>
      </p:pic>
      <p:sp>
        <p:nvSpPr>
          <p:cNvPr id="41" name="Google Shape;41;p4"/>
          <p:cNvSpPr/>
          <p:nvPr/>
        </p:nvSpPr>
        <p:spPr>
          <a:xfrm>
            <a:off x="2793357" y="3010297"/>
            <a:ext cx="20513064" cy="751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42" name="Google Shape;42;p4"/>
          <p:cNvPicPr preferRelativeResize="0"/>
          <p:nvPr/>
        </p:nvPicPr>
        <p:blipFill rotWithShape="1">
          <a:blip r:embed="rId12">
            <a:alphaModFix/>
          </a:blip>
          <a:srcRect b="0" l="0" r="0" t="0"/>
          <a:stretch/>
        </p:blipFill>
        <p:spPr>
          <a:xfrm>
            <a:off x="2793357" y="3010297"/>
            <a:ext cx="19611251" cy="914400"/>
          </a:xfrm>
          <a:prstGeom prst="rect">
            <a:avLst/>
          </a:prstGeom>
          <a:noFill/>
          <a:ln>
            <a:noFill/>
          </a:ln>
        </p:spPr>
      </p:pic>
      <p:pic>
        <p:nvPicPr>
          <p:cNvPr descr=" " id="43" name="Google Shape;43;p4"/>
          <p:cNvPicPr preferRelativeResize="0"/>
          <p:nvPr/>
        </p:nvPicPr>
        <p:blipFill rotWithShape="1">
          <a:blip r:embed="rId13">
            <a:alphaModFix/>
          </a:blip>
          <a:srcRect b="0" l="0" r="0" t="0"/>
          <a:stretch/>
        </p:blipFill>
        <p:spPr>
          <a:xfrm>
            <a:off x="3104050" y="3292227"/>
            <a:ext cx="122947" cy="365770"/>
          </a:xfrm>
          <a:prstGeom prst="rect">
            <a:avLst/>
          </a:prstGeom>
          <a:noFill/>
          <a:ln>
            <a:noFill/>
          </a:ln>
        </p:spPr>
      </p:pic>
      <p:sp>
        <p:nvSpPr>
          <p:cNvPr id="44" name="Google Shape;44;p4"/>
          <p:cNvSpPr/>
          <p:nvPr/>
        </p:nvSpPr>
        <p:spPr>
          <a:xfrm>
            <a:off x="3771379" y="3162697"/>
            <a:ext cx="18781414"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Introduction</a:t>
            </a:r>
            <a:endParaRPr b="0" i="0" sz="3500" u="none" cap="none" strike="noStrike">
              <a:solidFill>
                <a:schemeClr val="dk1"/>
              </a:solidFill>
              <a:latin typeface="Calibri"/>
              <a:ea typeface="Calibri"/>
              <a:cs typeface="Calibri"/>
              <a:sym typeface="Calibri"/>
            </a:endParaRPr>
          </a:p>
        </p:txBody>
      </p:sp>
      <p:pic>
        <p:nvPicPr>
          <p:cNvPr descr=" " id="45" name="Google Shape;45;p4"/>
          <p:cNvPicPr preferRelativeResize="0"/>
          <p:nvPr/>
        </p:nvPicPr>
        <p:blipFill rotWithShape="1">
          <a:blip r:embed="rId14">
            <a:alphaModFix/>
          </a:blip>
          <a:srcRect b="0" l="0" r="0" t="0"/>
          <a:stretch/>
        </p:blipFill>
        <p:spPr>
          <a:xfrm>
            <a:off x="2793357" y="4115197"/>
            <a:ext cx="20106613" cy="25400"/>
          </a:xfrm>
          <a:prstGeom prst="rect">
            <a:avLst/>
          </a:prstGeom>
          <a:noFill/>
          <a:ln>
            <a:noFill/>
          </a:ln>
        </p:spPr>
      </p:pic>
      <p:pic>
        <p:nvPicPr>
          <p:cNvPr descr=" " id="46" name="Google Shape;46;p4"/>
          <p:cNvPicPr preferRelativeResize="0"/>
          <p:nvPr/>
        </p:nvPicPr>
        <p:blipFill rotWithShape="1">
          <a:blip r:embed="rId12">
            <a:alphaModFix/>
          </a:blip>
          <a:srcRect b="0" l="0" r="0" t="0"/>
          <a:stretch/>
        </p:blipFill>
        <p:spPr>
          <a:xfrm>
            <a:off x="2793357" y="4331097"/>
            <a:ext cx="19611251" cy="914400"/>
          </a:xfrm>
          <a:prstGeom prst="rect">
            <a:avLst/>
          </a:prstGeom>
          <a:noFill/>
          <a:ln>
            <a:noFill/>
          </a:ln>
        </p:spPr>
      </p:pic>
      <p:pic>
        <p:nvPicPr>
          <p:cNvPr descr=" " id="47" name="Google Shape;47;p4"/>
          <p:cNvPicPr preferRelativeResize="0"/>
          <p:nvPr/>
        </p:nvPicPr>
        <p:blipFill rotWithShape="1">
          <a:blip r:embed="rId15">
            <a:alphaModFix/>
          </a:blip>
          <a:srcRect b="0" l="0" r="0" t="0"/>
          <a:stretch/>
        </p:blipFill>
        <p:spPr>
          <a:xfrm>
            <a:off x="3057064" y="4605437"/>
            <a:ext cx="247433" cy="373112"/>
          </a:xfrm>
          <a:prstGeom prst="rect">
            <a:avLst/>
          </a:prstGeom>
          <a:noFill/>
          <a:ln>
            <a:noFill/>
          </a:ln>
        </p:spPr>
      </p:pic>
      <p:sp>
        <p:nvSpPr>
          <p:cNvPr id="48" name="Google Shape;48;p4"/>
          <p:cNvSpPr/>
          <p:nvPr/>
        </p:nvSpPr>
        <p:spPr>
          <a:xfrm>
            <a:off x="3771379" y="4483497"/>
            <a:ext cx="18781414"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Problem statement</a:t>
            </a:r>
            <a:endParaRPr b="0" i="0" sz="3500" u="none" cap="none" strike="noStrike">
              <a:solidFill>
                <a:schemeClr val="dk1"/>
              </a:solidFill>
              <a:latin typeface="Calibri"/>
              <a:ea typeface="Calibri"/>
              <a:cs typeface="Calibri"/>
              <a:sym typeface="Calibri"/>
            </a:endParaRPr>
          </a:p>
        </p:txBody>
      </p:sp>
      <p:pic>
        <p:nvPicPr>
          <p:cNvPr descr=" " id="49" name="Google Shape;49;p4"/>
          <p:cNvPicPr preferRelativeResize="0"/>
          <p:nvPr/>
        </p:nvPicPr>
        <p:blipFill rotWithShape="1">
          <a:blip r:embed="rId14">
            <a:alphaModFix/>
          </a:blip>
          <a:srcRect b="0" l="0" r="0" t="0"/>
          <a:stretch/>
        </p:blipFill>
        <p:spPr>
          <a:xfrm>
            <a:off x="2793357" y="5435997"/>
            <a:ext cx="20106613" cy="25400"/>
          </a:xfrm>
          <a:prstGeom prst="rect">
            <a:avLst/>
          </a:prstGeom>
          <a:noFill/>
          <a:ln>
            <a:noFill/>
          </a:ln>
        </p:spPr>
      </p:pic>
      <p:pic>
        <p:nvPicPr>
          <p:cNvPr descr=" " id="50" name="Google Shape;50;p4"/>
          <p:cNvPicPr preferRelativeResize="0"/>
          <p:nvPr/>
        </p:nvPicPr>
        <p:blipFill rotWithShape="1">
          <a:blip r:embed="rId16">
            <a:alphaModFix/>
          </a:blip>
          <a:srcRect b="0" l="0" r="0" t="0"/>
          <a:stretch/>
        </p:blipFill>
        <p:spPr>
          <a:xfrm>
            <a:off x="2793357" y="5651897"/>
            <a:ext cx="20106613" cy="914400"/>
          </a:xfrm>
          <a:prstGeom prst="rect">
            <a:avLst/>
          </a:prstGeom>
          <a:noFill/>
          <a:ln>
            <a:noFill/>
          </a:ln>
        </p:spPr>
      </p:pic>
      <p:pic>
        <p:nvPicPr>
          <p:cNvPr descr=" " id="51" name="Google Shape;51;p4"/>
          <p:cNvPicPr preferRelativeResize="0"/>
          <p:nvPr/>
        </p:nvPicPr>
        <p:blipFill rotWithShape="1">
          <a:blip r:embed="rId17">
            <a:alphaModFix/>
          </a:blip>
          <a:srcRect b="0" l="0" r="0" t="0"/>
          <a:stretch/>
        </p:blipFill>
        <p:spPr>
          <a:xfrm>
            <a:off x="3055724" y="5933827"/>
            <a:ext cx="239792" cy="372616"/>
          </a:xfrm>
          <a:prstGeom prst="rect">
            <a:avLst/>
          </a:prstGeom>
          <a:noFill/>
          <a:ln>
            <a:noFill/>
          </a:ln>
        </p:spPr>
      </p:pic>
      <p:sp>
        <p:nvSpPr>
          <p:cNvPr id="52" name="Google Shape;52;p4"/>
          <p:cNvSpPr/>
          <p:nvPr/>
        </p:nvSpPr>
        <p:spPr>
          <a:xfrm>
            <a:off x="3771379" y="5804297"/>
            <a:ext cx="18413068"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Solution</a:t>
            </a:r>
            <a:endParaRPr b="0" i="0" sz="3500" u="none" cap="none" strike="noStrike">
              <a:solidFill>
                <a:schemeClr val="dk1"/>
              </a:solidFill>
              <a:latin typeface="Calibri"/>
              <a:ea typeface="Calibri"/>
              <a:cs typeface="Calibri"/>
              <a:sym typeface="Calibri"/>
            </a:endParaRPr>
          </a:p>
        </p:txBody>
      </p:sp>
      <p:pic>
        <p:nvPicPr>
          <p:cNvPr descr=" " id="53" name="Google Shape;53;p4"/>
          <p:cNvPicPr preferRelativeResize="0"/>
          <p:nvPr/>
        </p:nvPicPr>
        <p:blipFill rotWithShape="1">
          <a:blip r:embed="rId14">
            <a:alphaModFix/>
          </a:blip>
          <a:srcRect b="0" l="0" r="0" t="0"/>
          <a:stretch/>
        </p:blipFill>
        <p:spPr>
          <a:xfrm>
            <a:off x="2793357" y="6756797"/>
            <a:ext cx="20106613" cy="25400"/>
          </a:xfrm>
          <a:prstGeom prst="rect">
            <a:avLst/>
          </a:prstGeom>
          <a:noFill/>
          <a:ln>
            <a:noFill/>
          </a:ln>
        </p:spPr>
      </p:pic>
      <p:pic>
        <p:nvPicPr>
          <p:cNvPr descr=" " id="54" name="Google Shape;54;p4"/>
          <p:cNvPicPr preferRelativeResize="0"/>
          <p:nvPr/>
        </p:nvPicPr>
        <p:blipFill rotWithShape="1">
          <a:blip r:embed="rId12">
            <a:alphaModFix/>
          </a:blip>
          <a:srcRect b="0" l="0" r="0" t="0"/>
          <a:stretch/>
        </p:blipFill>
        <p:spPr>
          <a:xfrm>
            <a:off x="2793357" y="6972697"/>
            <a:ext cx="19611251" cy="914400"/>
          </a:xfrm>
          <a:prstGeom prst="rect">
            <a:avLst/>
          </a:prstGeom>
          <a:noFill/>
          <a:ln>
            <a:noFill/>
          </a:ln>
        </p:spPr>
      </p:pic>
      <p:pic>
        <p:nvPicPr>
          <p:cNvPr descr=" " id="55" name="Google Shape;55;p4"/>
          <p:cNvPicPr preferRelativeResize="0"/>
          <p:nvPr/>
        </p:nvPicPr>
        <p:blipFill rotWithShape="1">
          <a:blip r:embed="rId18">
            <a:alphaModFix/>
          </a:blip>
          <a:srcRect b="0" l="0" r="0" t="0"/>
          <a:stretch/>
        </p:blipFill>
        <p:spPr>
          <a:xfrm>
            <a:off x="3053094" y="7254627"/>
            <a:ext cx="255322" cy="365770"/>
          </a:xfrm>
          <a:prstGeom prst="rect">
            <a:avLst/>
          </a:prstGeom>
          <a:noFill/>
          <a:ln>
            <a:noFill/>
          </a:ln>
        </p:spPr>
      </p:pic>
      <p:sp>
        <p:nvSpPr>
          <p:cNvPr id="56" name="Google Shape;56;p4"/>
          <p:cNvSpPr/>
          <p:nvPr/>
        </p:nvSpPr>
        <p:spPr>
          <a:xfrm>
            <a:off x="3771379" y="7125097"/>
            <a:ext cx="18781414"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Prototype</a:t>
            </a:r>
            <a:endParaRPr b="0" i="0" sz="3500" u="none" cap="none" strike="noStrike">
              <a:solidFill>
                <a:schemeClr val="dk1"/>
              </a:solidFill>
              <a:latin typeface="Calibri"/>
              <a:ea typeface="Calibri"/>
              <a:cs typeface="Calibri"/>
              <a:sym typeface="Calibri"/>
            </a:endParaRPr>
          </a:p>
        </p:txBody>
      </p:sp>
      <p:pic>
        <p:nvPicPr>
          <p:cNvPr descr=" " id="57" name="Google Shape;57;p4"/>
          <p:cNvPicPr preferRelativeResize="0"/>
          <p:nvPr/>
        </p:nvPicPr>
        <p:blipFill rotWithShape="1">
          <a:blip r:embed="rId14">
            <a:alphaModFix/>
          </a:blip>
          <a:srcRect b="0" l="0" r="0" t="0"/>
          <a:stretch/>
        </p:blipFill>
        <p:spPr>
          <a:xfrm>
            <a:off x="2793357" y="8077597"/>
            <a:ext cx="20106613" cy="25400"/>
          </a:xfrm>
          <a:prstGeom prst="rect">
            <a:avLst/>
          </a:prstGeom>
          <a:noFill/>
          <a:ln>
            <a:noFill/>
          </a:ln>
        </p:spPr>
      </p:pic>
      <p:pic>
        <p:nvPicPr>
          <p:cNvPr descr=" " id="58" name="Google Shape;58;p4"/>
          <p:cNvPicPr preferRelativeResize="0"/>
          <p:nvPr/>
        </p:nvPicPr>
        <p:blipFill rotWithShape="1">
          <a:blip r:embed="rId12">
            <a:alphaModFix/>
          </a:blip>
          <a:srcRect b="0" l="0" r="0" t="0"/>
          <a:stretch/>
        </p:blipFill>
        <p:spPr>
          <a:xfrm>
            <a:off x="2793357" y="8293497"/>
            <a:ext cx="19611251" cy="914400"/>
          </a:xfrm>
          <a:prstGeom prst="rect">
            <a:avLst/>
          </a:prstGeom>
          <a:noFill/>
          <a:ln>
            <a:noFill/>
          </a:ln>
        </p:spPr>
      </p:pic>
      <p:pic>
        <p:nvPicPr>
          <p:cNvPr descr=" " id="59" name="Google Shape;59;p4"/>
          <p:cNvPicPr preferRelativeResize="0"/>
          <p:nvPr/>
        </p:nvPicPr>
        <p:blipFill rotWithShape="1">
          <a:blip r:embed="rId19">
            <a:alphaModFix/>
          </a:blip>
          <a:srcRect b="0" l="0" r="0" t="0"/>
          <a:stretch/>
        </p:blipFill>
        <p:spPr>
          <a:xfrm>
            <a:off x="3058056" y="8575427"/>
            <a:ext cx="245647" cy="373410"/>
          </a:xfrm>
          <a:prstGeom prst="rect">
            <a:avLst/>
          </a:prstGeom>
          <a:noFill/>
          <a:ln>
            <a:noFill/>
          </a:ln>
        </p:spPr>
      </p:pic>
      <p:sp>
        <p:nvSpPr>
          <p:cNvPr id="60" name="Google Shape;60;p4"/>
          <p:cNvSpPr/>
          <p:nvPr/>
        </p:nvSpPr>
        <p:spPr>
          <a:xfrm>
            <a:off x="3771379" y="8445897"/>
            <a:ext cx="18781414"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Team Members</a:t>
            </a:r>
            <a:endParaRPr b="0" i="0" sz="3500" u="none" cap="none" strike="noStrike">
              <a:solidFill>
                <a:schemeClr val="dk1"/>
              </a:solidFill>
              <a:latin typeface="Calibri"/>
              <a:ea typeface="Calibri"/>
              <a:cs typeface="Calibri"/>
              <a:sym typeface="Calibri"/>
            </a:endParaRPr>
          </a:p>
        </p:txBody>
      </p:sp>
      <p:pic>
        <p:nvPicPr>
          <p:cNvPr descr=" " id="61" name="Google Shape;61;p4"/>
          <p:cNvPicPr preferRelativeResize="0"/>
          <p:nvPr/>
        </p:nvPicPr>
        <p:blipFill rotWithShape="1">
          <a:blip r:embed="rId14">
            <a:alphaModFix/>
          </a:blip>
          <a:srcRect b="0" l="0" r="0" t="0"/>
          <a:stretch/>
        </p:blipFill>
        <p:spPr>
          <a:xfrm>
            <a:off x="2793357" y="9398397"/>
            <a:ext cx="20106613" cy="25400"/>
          </a:xfrm>
          <a:prstGeom prst="rect">
            <a:avLst/>
          </a:prstGeom>
          <a:noFill/>
          <a:ln>
            <a:noFill/>
          </a:ln>
        </p:spPr>
      </p:pic>
      <p:pic>
        <p:nvPicPr>
          <p:cNvPr descr=" " id="62" name="Google Shape;62;p4"/>
          <p:cNvPicPr preferRelativeResize="0"/>
          <p:nvPr/>
        </p:nvPicPr>
        <p:blipFill rotWithShape="1">
          <a:blip r:embed="rId12">
            <a:alphaModFix/>
          </a:blip>
          <a:srcRect b="0" l="0" r="0" t="0"/>
          <a:stretch/>
        </p:blipFill>
        <p:spPr>
          <a:xfrm>
            <a:off x="2793357" y="9614297"/>
            <a:ext cx="19611251" cy="914400"/>
          </a:xfrm>
          <a:prstGeom prst="rect">
            <a:avLst/>
          </a:prstGeom>
          <a:noFill/>
          <a:ln>
            <a:noFill/>
          </a:ln>
        </p:spPr>
      </p:pic>
      <p:pic>
        <p:nvPicPr>
          <p:cNvPr descr=" " id="63" name="Google Shape;63;p4"/>
          <p:cNvPicPr preferRelativeResize="0"/>
          <p:nvPr/>
        </p:nvPicPr>
        <p:blipFill rotWithShape="1">
          <a:blip r:embed="rId20">
            <a:alphaModFix/>
          </a:blip>
          <a:srcRect b="0" l="0" r="0" t="0"/>
          <a:stretch/>
        </p:blipFill>
        <p:spPr>
          <a:xfrm>
            <a:off x="3058552" y="9888885"/>
            <a:ext cx="251204" cy="380752"/>
          </a:xfrm>
          <a:prstGeom prst="rect">
            <a:avLst/>
          </a:prstGeom>
          <a:noFill/>
          <a:ln>
            <a:noFill/>
          </a:ln>
        </p:spPr>
      </p:pic>
      <p:sp>
        <p:nvSpPr>
          <p:cNvPr id="64" name="Google Shape;64;p4"/>
          <p:cNvSpPr/>
          <p:nvPr/>
        </p:nvSpPr>
        <p:spPr>
          <a:xfrm>
            <a:off x="3771379" y="9766697"/>
            <a:ext cx="18781414" cy="681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2F2"/>
              </a:buClr>
              <a:buSzPts val="3500"/>
              <a:buFont typeface="Manrope SemiBold"/>
              <a:buNone/>
            </a:pPr>
            <a:r>
              <a:rPr b="0" i="0" lang="en-US" sz="3500" u="none" cap="none" strike="noStrike">
                <a:solidFill>
                  <a:srgbClr val="F2F2F2"/>
                </a:solidFill>
                <a:latin typeface="Manrope SemiBold"/>
                <a:ea typeface="Manrope SemiBold"/>
                <a:cs typeface="Manrope SemiBold"/>
                <a:sym typeface="Manrope SemiBold"/>
              </a:rPr>
              <a:t>Thank you</a:t>
            </a:r>
            <a:endParaRPr b="0" i="0" sz="3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pic>
        <p:nvPicPr>
          <p:cNvPr descr=" " id="70" name="Google Shape;70;p5"/>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71" name="Google Shape;71;p5"/>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72" name="Google Shape;72;p5"/>
          <p:cNvSpPr/>
          <p:nvPr/>
        </p:nvSpPr>
        <p:spPr>
          <a:xfrm>
            <a:off x="1347361" y="-774700"/>
            <a:ext cx="1445972" cy="72376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73" name="Google Shape;73;p5"/>
          <p:cNvPicPr preferRelativeResize="0"/>
          <p:nvPr/>
        </p:nvPicPr>
        <p:blipFill rotWithShape="1">
          <a:blip r:embed="rId5">
            <a:alphaModFix/>
          </a:blip>
          <a:srcRect b="0" l="0" r="0" t="0"/>
          <a:stretch/>
        </p:blipFill>
        <p:spPr>
          <a:xfrm>
            <a:off x="1346368" y="4911"/>
            <a:ext cx="1447981" cy="6870700"/>
          </a:xfrm>
          <a:prstGeom prst="rect">
            <a:avLst/>
          </a:prstGeom>
          <a:noFill/>
          <a:ln>
            <a:noFill/>
          </a:ln>
        </p:spPr>
      </p:pic>
      <p:pic>
        <p:nvPicPr>
          <p:cNvPr descr=" " id="74" name="Google Shape;74;p5"/>
          <p:cNvPicPr preferRelativeResize="0"/>
          <p:nvPr/>
        </p:nvPicPr>
        <p:blipFill rotWithShape="1">
          <a:blip r:embed="rId6">
            <a:alphaModFix/>
          </a:blip>
          <a:srcRect b="0" l="0" r="0" t="0"/>
          <a:stretch/>
        </p:blipFill>
        <p:spPr>
          <a:xfrm>
            <a:off x="2205264" y="2710011"/>
            <a:ext cx="214290" cy="182414"/>
          </a:xfrm>
          <a:prstGeom prst="rect">
            <a:avLst/>
          </a:prstGeom>
          <a:noFill/>
          <a:ln>
            <a:noFill/>
          </a:ln>
        </p:spPr>
      </p:pic>
      <p:pic>
        <p:nvPicPr>
          <p:cNvPr descr=" " id="75" name="Google Shape;75;p5"/>
          <p:cNvPicPr preferRelativeResize="0"/>
          <p:nvPr/>
        </p:nvPicPr>
        <p:blipFill rotWithShape="1">
          <a:blip r:embed="rId7">
            <a:alphaModFix/>
          </a:blip>
          <a:srcRect b="0" l="0" r="0" t="0"/>
          <a:stretch/>
        </p:blipFill>
        <p:spPr>
          <a:xfrm>
            <a:off x="2205313" y="2706291"/>
            <a:ext cx="214190" cy="189756"/>
          </a:xfrm>
          <a:prstGeom prst="rect">
            <a:avLst/>
          </a:prstGeom>
          <a:noFill/>
          <a:ln>
            <a:noFill/>
          </a:ln>
        </p:spPr>
      </p:pic>
      <p:pic>
        <p:nvPicPr>
          <p:cNvPr descr=" " id="76" name="Google Shape;76;p5"/>
          <p:cNvPicPr preferRelativeResize="0"/>
          <p:nvPr/>
        </p:nvPicPr>
        <p:blipFill rotWithShape="1">
          <a:blip r:embed="rId8">
            <a:alphaModFix/>
          </a:blip>
          <a:srcRect b="0" l="0" r="0" t="0"/>
          <a:stretch/>
        </p:blipFill>
        <p:spPr>
          <a:xfrm>
            <a:off x="1346368" y="755997"/>
            <a:ext cx="63508" cy="12960003"/>
          </a:xfrm>
          <a:prstGeom prst="rect">
            <a:avLst/>
          </a:prstGeom>
          <a:noFill/>
          <a:ln>
            <a:noFill/>
          </a:ln>
        </p:spPr>
      </p:pic>
      <p:pic>
        <p:nvPicPr>
          <p:cNvPr descr=" " id="77" name="Google Shape;77;p5"/>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sp>
        <p:nvSpPr>
          <p:cNvPr id="78" name="Google Shape;78;p5"/>
          <p:cNvSpPr/>
          <p:nvPr/>
        </p:nvSpPr>
        <p:spPr>
          <a:xfrm>
            <a:off x="2793357" y="1910953"/>
            <a:ext cx="17515502" cy="856031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79" name="Google Shape;79;p5"/>
          <p:cNvPicPr preferRelativeResize="0"/>
          <p:nvPr/>
        </p:nvPicPr>
        <p:blipFill rotWithShape="1">
          <a:blip r:embed="rId10">
            <a:alphaModFix/>
          </a:blip>
          <a:srcRect b="0" l="0" r="0" t="0"/>
          <a:stretch/>
        </p:blipFill>
        <p:spPr>
          <a:xfrm>
            <a:off x="2846446" y="2121545"/>
            <a:ext cx="16407821" cy="1314103"/>
          </a:xfrm>
          <a:prstGeom prst="rect">
            <a:avLst/>
          </a:prstGeom>
          <a:noFill/>
          <a:ln>
            <a:noFill/>
          </a:ln>
        </p:spPr>
      </p:pic>
      <p:sp>
        <p:nvSpPr>
          <p:cNvPr id="80" name="Google Shape;80;p5"/>
          <p:cNvSpPr/>
          <p:nvPr/>
        </p:nvSpPr>
        <p:spPr>
          <a:xfrm>
            <a:off x="2793357" y="4349353"/>
            <a:ext cx="17515489" cy="612191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81" name="Google Shape;81;p5"/>
          <p:cNvPicPr preferRelativeResize="0"/>
          <p:nvPr/>
        </p:nvPicPr>
        <p:blipFill rotWithShape="1">
          <a:blip r:embed="rId11">
            <a:alphaModFix/>
          </a:blip>
          <a:srcRect b="0" l="0" r="0" t="0"/>
          <a:stretch/>
        </p:blipFill>
        <p:spPr>
          <a:xfrm>
            <a:off x="2793357" y="4349353"/>
            <a:ext cx="7999916" cy="2749508"/>
          </a:xfrm>
          <a:prstGeom prst="rect">
            <a:avLst/>
          </a:prstGeom>
          <a:noFill/>
          <a:ln>
            <a:noFill/>
          </a:ln>
        </p:spPr>
      </p:pic>
      <p:sp>
        <p:nvSpPr>
          <p:cNvPr id="82" name="Google Shape;82;p5"/>
          <p:cNvSpPr/>
          <p:nvPr/>
        </p:nvSpPr>
        <p:spPr>
          <a:xfrm>
            <a:off x="3266342" y="4833045"/>
            <a:ext cx="7053942" cy="17821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266342" y="4833045"/>
            <a:ext cx="450405" cy="450349"/>
          </a:xfrm>
          <a:prstGeom prst="roundRect">
            <a:avLst>
              <a:gd fmla="val 1827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3303405" y="4902349"/>
            <a:ext cx="469489" cy="393230"/>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a:t>
            </a:r>
            <a:endParaRPr b="0" i="0" sz="2089" u="none" cap="none" strike="noStrike">
              <a:solidFill>
                <a:schemeClr val="dk1"/>
              </a:solidFill>
              <a:latin typeface="Calibri"/>
              <a:ea typeface="Calibri"/>
              <a:cs typeface="Calibri"/>
              <a:sym typeface="Calibri"/>
            </a:endParaRPr>
          </a:p>
        </p:txBody>
      </p:sp>
      <p:sp>
        <p:nvSpPr>
          <p:cNvPr id="85" name="Google Shape;85;p5"/>
          <p:cNvSpPr/>
          <p:nvPr/>
        </p:nvSpPr>
        <p:spPr>
          <a:xfrm>
            <a:off x="3942503" y="4833045"/>
            <a:ext cx="6377797" cy="17821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3884678" y="4833045"/>
            <a:ext cx="1690648" cy="522037"/>
          </a:xfrm>
          <a:prstGeom prst="rect">
            <a:avLst/>
          </a:prstGeom>
          <a:noFill/>
          <a:ln>
            <a:noFill/>
          </a:ln>
        </p:spPr>
        <p:txBody>
          <a:bodyPr anchorCtr="0" anchor="t" bIns="0" lIns="0" spcFirstLastPara="1" rIns="0" wrap="square" tIns="0">
            <a:noAutofit/>
          </a:bodyPr>
          <a:lstStyle/>
          <a:p>
            <a:pPr indent="0" lvl="0" marL="0" marR="0" rtl="0" algn="ctr">
              <a:lnSpc>
                <a:spcPct val="114568"/>
              </a:lnSpc>
              <a:spcBef>
                <a:spcPts val="0"/>
              </a:spcBef>
              <a:spcAft>
                <a:spcPts val="0"/>
              </a:spcAft>
              <a:buClr>
                <a:srgbClr val="FFFFFF"/>
              </a:buClr>
              <a:buSzPts val="2732"/>
              <a:buFont typeface="Arial"/>
              <a:buNone/>
            </a:pPr>
            <a:r>
              <a:rPr b="0" i="0" lang="en-US" sz="2732" u="none" cap="none" strike="noStrike">
                <a:solidFill>
                  <a:srgbClr val="FFFFFF"/>
                </a:solidFill>
                <a:latin typeface="Arial"/>
                <a:ea typeface="Arial"/>
                <a:cs typeface="Arial"/>
                <a:sym typeface="Arial"/>
              </a:rPr>
              <a:t>Heading 1</a:t>
            </a:r>
            <a:endParaRPr b="0" i="0" sz="2732" u="none" cap="none" strike="noStrike">
              <a:solidFill>
                <a:schemeClr val="dk1"/>
              </a:solidFill>
              <a:latin typeface="Calibri"/>
              <a:ea typeface="Calibri"/>
              <a:cs typeface="Calibri"/>
              <a:sym typeface="Calibri"/>
            </a:endParaRPr>
          </a:p>
        </p:txBody>
      </p:sp>
      <p:sp>
        <p:nvSpPr>
          <p:cNvPr id="87" name="Google Shape;87;p5"/>
          <p:cNvSpPr/>
          <p:nvPr/>
        </p:nvSpPr>
        <p:spPr>
          <a:xfrm>
            <a:off x="3942503" y="5314702"/>
            <a:ext cx="6466238" cy="1388962"/>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089" u="none" cap="none" strike="noStrike">
              <a:solidFill>
                <a:schemeClr val="dk1"/>
              </a:solidFill>
              <a:latin typeface="Calibri"/>
              <a:ea typeface="Calibri"/>
              <a:cs typeface="Calibri"/>
              <a:sym typeface="Calibri"/>
            </a:endParaRPr>
          </a:p>
        </p:txBody>
      </p:sp>
      <p:pic>
        <p:nvPicPr>
          <p:cNvPr descr=" " id="88" name="Google Shape;88;p5"/>
          <p:cNvPicPr preferRelativeResize="0"/>
          <p:nvPr/>
        </p:nvPicPr>
        <p:blipFill rotWithShape="1">
          <a:blip r:embed="rId12">
            <a:alphaModFix/>
          </a:blip>
          <a:srcRect b="0" l="0" r="0" t="0"/>
          <a:stretch/>
        </p:blipFill>
        <p:spPr>
          <a:xfrm>
            <a:off x="12308930" y="4349353"/>
            <a:ext cx="7999916" cy="2654805"/>
          </a:xfrm>
          <a:prstGeom prst="rect">
            <a:avLst/>
          </a:prstGeom>
          <a:noFill/>
          <a:ln>
            <a:noFill/>
          </a:ln>
        </p:spPr>
      </p:pic>
      <p:sp>
        <p:nvSpPr>
          <p:cNvPr id="89" name="Google Shape;89;p5"/>
          <p:cNvSpPr/>
          <p:nvPr/>
        </p:nvSpPr>
        <p:spPr>
          <a:xfrm>
            <a:off x="12781915" y="4859288"/>
            <a:ext cx="7053942" cy="16349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12781915" y="4859288"/>
            <a:ext cx="450405" cy="450349"/>
          </a:xfrm>
          <a:prstGeom prst="roundRect">
            <a:avLst>
              <a:gd fmla="val 1827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12851278" y="4928592"/>
            <a:ext cx="405981" cy="393230"/>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a:t>
            </a:r>
            <a:endParaRPr b="0" i="0" sz="2089" u="none" cap="none" strike="noStrike">
              <a:solidFill>
                <a:schemeClr val="dk1"/>
              </a:solidFill>
              <a:latin typeface="Calibri"/>
              <a:ea typeface="Calibri"/>
              <a:cs typeface="Calibri"/>
              <a:sym typeface="Calibri"/>
            </a:endParaRPr>
          </a:p>
        </p:txBody>
      </p:sp>
      <p:sp>
        <p:nvSpPr>
          <p:cNvPr id="92" name="Google Shape;92;p5"/>
          <p:cNvSpPr/>
          <p:nvPr/>
        </p:nvSpPr>
        <p:spPr>
          <a:xfrm>
            <a:off x="13458076" y="4859288"/>
            <a:ext cx="6377797" cy="16349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13400251" y="4859288"/>
            <a:ext cx="1754156" cy="522037"/>
          </a:xfrm>
          <a:prstGeom prst="rect">
            <a:avLst/>
          </a:prstGeom>
          <a:noFill/>
          <a:ln>
            <a:noFill/>
          </a:ln>
        </p:spPr>
        <p:txBody>
          <a:bodyPr anchorCtr="0" anchor="t" bIns="0" lIns="0" spcFirstLastPara="1" rIns="0" wrap="square" tIns="0">
            <a:noAutofit/>
          </a:bodyPr>
          <a:lstStyle/>
          <a:p>
            <a:pPr indent="0" lvl="0" marL="0" marR="0" rtl="0" algn="ctr">
              <a:lnSpc>
                <a:spcPct val="114568"/>
              </a:lnSpc>
              <a:spcBef>
                <a:spcPts val="0"/>
              </a:spcBef>
              <a:spcAft>
                <a:spcPts val="0"/>
              </a:spcAft>
              <a:buClr>
                <a:srgbClr val="FFFFFF"/>
              </a:buClr>
              <a:buSzPts val="2732"/>
              <a:buFont typeface="Arial"/>
              <a:buNone/>
            </a:pPr>
            <a:r>
              <a:rPr b="0" i="0" lang="en-US" sz="2732" u="none" cap="none" strike="noStrike">
                <a:solidFill>
                  <a:srgbClr val="FFFFFF"/>
                </a:solidFill>
                <a:latin typeface="Arial"/>
                <a:ea typeface="Arial"/>
                <a:cs typeface="Arial"/>
                <a:sym typeface="Arial"/>
              </a:rPr>
              <a:t>Heading 2</a:t>
            </a:r>
            <a:endParaRPr b="0" i="0" sz="2732" u="none" cap="none" strike="noStrike">
              <a:solidFill>
                <a:schemeClr val="dk1"/>
              </a:solidFill>
              <a:latin typeface="Calibri"/>
              <a:ea typeface="Calibri"/>
              <a:cs typeface="Calibri"/>
              <a:sym typeface="Calibri"/>
            </a:endParaRPr>
          </a:p>
        </p:txBody>
      </p:sp>
      <p:sp>
        <p:nvSpPr>
          <p:cNvPr id="94" name="Google Shape;94;p5"/>
          <p:cNvSpPr/>
          <p:nvPr/>
        </p:nvSpPr>
        <p:spPr>
          <a:xfrm>
            <a:off x="13458076" y="5340945"/>
            <a:ext cx="6466238" cy="1241764"/>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089" u="none" cap="none" strike="noStrike">
              <a:solidFill>
                <a:schemeClr val="dk1"/>
              </a:solidFill>
              <a:latin typeface="Calibri"/>
              <a:ea typeface="Calibri"/>
              <a:cs typeface="Calibri"/>
              <a:sym typeface="Calibri"/>
            </a:endParaRPr>
          </a:p>
        </p:txBody>
      </p:sp>
      <p:pic>
        <p:nvPicPr>
          <p:cNvPr descr=" " id="95" name="Google Shape;95;p5"/>
          <p:cNvPicPr preferRelativeResize="0"/>
          <p:nvPr/>
        </p:nvPicPr>
        <p:blipFill rotWithShape="1">
          <a:blip r:embed="rId13">
            <a:alphaModFix/>
          </a:blip>
          <a:srcRect b="0" l="0" r="0" t="0"/>
          <a:stretch/>
        </p:blipFill>
        <p:spPr>
          <a:xfrm>
            <a:off x="2793357" y="7797354"/>
            <a:ext cx="7999916" cy="2673903"/>
          </a:xfrm>
          <a:prstGeom prst="rect">
            <a:avLst/>
          </a:prstGeom>
          <a:noFill/>
          <a:ln>
            <a:noFill/>
          </a:ln>
        </p:spPr>
      </p:pic>
      <p:sp>
        <p:nvSpPr>
          <p:cNvPr id="96" name="Google Shape;96;p5"/>
          <p:cNvSpPr/>
          <p:nvPr/>
        </p:nvSpPr>
        <p:spPr>
          <a:xfrm>
            <a:off x="3266342" y="8281045"/>
            <a:ext cx="7053942" cy="17065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3266342" y="8281045"/>
            <a:ext cx="450405" cy="450349"/>
          </a:xfrm>
          <a:prstGeom prst="roundRect">
            <a:avLst>
              <a:gd fmla="val 1827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3335705" y="8350349"/>
            <a:ext cx="405981" cy="393230"/>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a:t>
            </a:r>
            <a:endParaRPr b="0" i="0" sz="2089" u="none" cap="none" strike="noStrike">
              <a:solidFill>
                <a:schemeClr val="dk1"/>
              </a:solidFill>
              <a:latin typeface="Calibri"/>
              <a:ea typeface="Calibri"/>
              <a:cs typeface="Calibri"/>
              <a:sym typeface="Calibri"/>
            </a:endParaRPr>
          </a:p>
        </p:txBody>
      </p:sp>
      <p:sp>
        <p:nvSpPr>
          <p:cNvPr id="99" name="Google Shape;99;p5"/>
          <p:cNvSpPr/>
          <p:nvPr/>
        </p:nvSpPr>
        <p:spPr>
          <a:xfrm>
            <a:off x="3942503" y="8281045"/>
            <a:ext cx="6377797" cy="17065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3884678" y="8281045"/>
            <a:ext cx="1766857" cy="522037"/>
          </a:xfrm>
          <a:prstGeom prst="rect">
            <a:avLst/>
          </a:prstGeom>
          <a:noFill/>
          <a:ln>
            <a:noFill/>
          </a:ln>
        </p:spPr>
        <p:txBody>
          <a:bodyPr anchorCtr="0" anchor="t" bIns="0" lIns="0" spcFirstLastPara="1" rIns="0" wrap="square" tIns="0">
            <a:noAutofit/>
          </a:bodyPr>
          <a:lstStyle/>
          <a:p>
            <a:pPr indent="0" lvl="0" marL="0" marR="0" rtl="0" algn="ctr">
              <a:lnSpc>
                <a:spcPct val="114568"/>
              </a:lnSpc>
              <a:spcBef>
                <a:spcPts val="0"/>
              </a:spcBef>
              <a:spcAft>
                <a:spcPts val="0"/>
              </a:spcAft>
              <a:buClr>
                <a:srgbClr val="FFFFFF"/>
              </a:buClr>
              <a:buSzPts val="2732"/>
              <a:buFont typeface="Arial"/>
              <a:buNone/>
            </a:pPr>
            <a:r>
              <a:rPr b="0" i="0" lang="en-US" sz="2732" u="none" cap="none" strike="noStrike">
                <a:solidFill>
                  <a:srgbClr val="FFFFFF"/>
                </a:solidFill>
                <a:latin typeface="Arial"/>
                <a:ea typeface="Arial"/>
                <a:cs typeface="Arial"/>
                <a:sym typeface="Arial"/>
              </a:rPr>
              <a:t>Heading 3</a:t>
            </a:r>
            <a:endParaRPr b="0" i="0" sz="2732" u="none" cap="none" strike="noStrike">
              <a:solidFill>
                <a:schemeClr val="dk1"/>
              </a:solidFill>
              <a:latin typeface="Calibri"/>
              <a:ea typeface="Calibri"/>
              <a:cs typeface="Calibri"/>
              <a:sym typeface="Calibri"/>
            </a:endParaRPr>
          </a:p>
        </p:txBody>
      </p:sp>
      <p:sp>
        <p:nvSpPr>
          <p:cNvPr id="101" name="Google Shape;101;p5"/>
          <p:cNvSpPr/>
          <p:nvPr/>
        </p:nvSpPr>
        <p:spPr>
          <a:xfrm>
            <a:off x="3942503" y="8762702"/>
            <a:ext cx="6466238" cy="1313358"/>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089" u="none" cap="none" strike="noStrike">
              <a:solidFill>
                <a:schemeClr val="dk1"/>
              </a:solidFill>
              <a:latin typeface="Calibri"/>
              <a:ea typeface="Calibri"/>
              <a:cs typeface="Calibri"/>
              <a:sym typeface="Calibri"/>
            </a:endParaRPr>
          </a:p>
        </p:txBody>
      </p:sp>
      <p:pic>
        <p:nvPicPr>
          <p:cNvPr descr=" " id="102" name="Google Shape;102;p5"/>
          <p:cNvPicPr preferRelativeResize="0"/>
          <p:nvPr/>
        </p:nvPicPr>
        <p:blipFill rotWithShape="1">
          <a:blip r:embed="rId14">
            <a:alphaModFix/>
          </a:blip>
          <a:srcRect b="0" l="0" r="0" t="0"/>
          <a:stretch/>
        </p:blipFill>
        <p:spPr>
          <a:xfrm>
            <a:off x="12308930" y="7797354"/>
            <a:ext cx="7999916" cy="2645395"/>
          </a:xfrm>
          <a:prstGeom prst="rect">
            <a:avLst/>
          </a:prstGeom>
          <a:noFill/>
          <a:ln>
            <a:noFill/>
          </a:ln>
        </p:spPr>
      </p:pic>
      <p:sp>
        <p:nvSpPr>
          <p:cNvPr id="103" name="Google Shape;103;p5"/>
          <p:cNvSpPr/>
          <p:nvPr/>
        </p:nvSpPr>
        <p:spPr>
          <a:xfrm>
            <a:off x="12781915" y="8281045"/>
            <a:ext cx="7053942" cy="16780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12781915" y="8281045"/>
            <a:ext cx="450405" cy="450349"/>
          </a:xfrm>
          <a:prstGeom prst="roundRect">
            <a:avLst>
              <a:gd fmla="val 1827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12851278" y="8350349"/>
            <a:ext cx="431384" cy="393230"/>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a:t>
            </a:r>
            <a:endParaRPr b="0" i="0" sz="2089" u="none" cap="none" strike="noStrike">
              <a:solidFill>
                <a:schemeClr val="dk1"/>
              </a:solidFill>
              <a:latin typeface="Calibri"/>
              <a:ea typeface="Calibri"/>
              <a:cs typeface="Calibri"/>
              <a:sym typeface="Calibri"/>
            </a:endParaRPr>
          </a:p>
        </p:txBody>
      </p:sp>
      <p:sp>
        <p:nvSpPr>
          <p:cNvPr id="106" name="Google Shape;106;p5"/>
          <p:cNvSpPr/>
          <p:nvPr/>
        </p:nvSpPr>
        <p:spPr>
          <a:xfrm>
            <a:off x="13458076" y="8281045"/>
            <a:ext cx="6377797" cy="16780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13400251" y="8281045"/>
            <a:ext cx="1766857" cy="522037"/>
          </a:xfrm>
          <a:prstGeom prst="rect">
            <a:avLst/>
          </a:prstGeom>
          <a:noFill/>
          <a:ln>
            <a:noFill/>
          </a:ln>
        </p:spPr>
        <p:txBody>
          <a:bodyPr anchorCtr="0" anchor="t" bIns="0" lIns="0" spcFirstLastPara="1" rIns="0" wrap="square" tIns="0">
            <a:noAutofit/>
          </a:bodyPr>
          <a:lstStyle/>
          <a:p>
            <a:pPr indent="0" lvl="0" marL="0" marR="0" rtl="0" algn="ctr">
              <a:lnSpc>
                <a:spcPct val="114568"/>
              </a:lnSpc>
              <a:spcBef>
                <a:spcPts val="0"/>
              </a:spcBef>
              <a:spcAft>
                <a:spcPts val="0"/>
              </a:spcAft>
              <a:buClr>
                <a:srgbClr val="FFFFFF"/>
              </a:buClr>
              <a:buSzPts val="2732"/>
              <a:buFont typeface="Arial"/>
              <a:buNone/>
            </a:pPr>
            <a:r>
              <a:rPr b="0" i="0" lang="en-US" sz="2732" u="none" cap="none" strike="noStrike">
                <a:solidFill>
                  <a:srgbClr val="FFFFFF"/>
                </a:solidFill>
                <a:latin typeface="Arial"/>
                <a:ea typeface="Arial"/>
                <a:cs typeface="Arial"/>
                <a:sym typeface="Arial"/>
              </a:rPr>
              <a:t>Heading 4</a:t>
            </a:r>
            <a:endParaRPr b="0" i="0" sz="2732" u="none" cap="none" strike="noStrike">
              <a:solidFill>
                <a:schemeClr val="dk1"/>
              </a:solidFill>
              <a:latin typeface="Calibri"/>
              <a:ea typeface="Calibri"/>
              <a:cs typeface="Calibri"/>
              <a:sym typeface="Calibri"/>
            </a:endParaRPr>
          </a:p>
        </p:txBody>
      </p:sp>
      <p:sp>
        <p:nvSpPr>
          <p:cNvPr id="108" name="Google Shape;108;p5"/>
          <p:cNvSpPr/>
          <p:nvPr/>
        </p:nvSpPr>
        <p:spPr>
          <a:xfrm>
            <a:off x="13458076" y="8762702"/>
            <a:ext cx="6466238" cy="1284849"/>
          </a:xfrm>
          <a:prstGeom prst="rect">
            <a:avLst/>
          </a:prstGeom>
          <a:noFill/>
          <a:ln>
            <a:noFill/>
          </a:ln>
        </p:spPr>
        <p:txBody>
          <a:bodyPr anchorCtr="0" anchor="t" bIns="0" lIns="0" spcFirstLastPara="1" rIns="0" wrap="square" tIns="0">
            <a:noAutofit/>
          </a:bodyPr>
          <a:lstStyle/>
          <a:p>
            <a:pPr indent="0" lvl="0" marL="0" marR="0" rtl="0" algn="l">
              <a:lnSpc>
                <a:spcPct val="114600"/>
              </a:lnSpc>
              <a:spcBef>
                <a:spcPts val="0"/>
              </a:spcBef>
              <a:spcAft>
                <a:spcPts val="0"/>
              </a:spcAft>
              <a:buClr>
                <a:srgbClr val="FFFFFF"/>
              </a:buClr>
              <a:buSzPts val="2089"/>
              <a:buFont typeface="Arial"/>
              <a:buNone/>
            </a:pPr>
            <a:r>
              <a:rPr b="0" i="0" lang="en-US" sz="2089"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089"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pic>
        <p:nvPicPr>
          <p:cNvPr descr=" " id="114" name="Google Shape;114;p6"/>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115" name="Google Shape;115;p6"/>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116" name="Google Shape;116;p6"/>
          <p:cNvSpPr/>
          <p:nvPr/>
        </p:nvSpPr>
        <p:spPr>
          <a:xfrm>
            <a:off x="1347361" y="3465860"/>
            <a:ext cx="1445972" cy="57231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17" name="Google Shape;117;p6"/>
          <p:cNvPicPr preferRelativeResize="0"/>
          <p:nvPr/>
        </p:nvPicPr>
        <p:blipFill rotWithShape="1">
          <a:blip r:embed="rId5">
            <a:alphaModFix/>
          </a:blip>
          <a:srcRect b="0" l="0" r="0" t="0"/>
          <a:stretch/>
        </p:blipFill>
        <p:spPr>
          <a:xfrm>
            <a:off x="1347361" y="2297460"/>
            <a:ext cx="1445956" cy="8059787"/>
          </a:xfrm>
          <a:prstGeom prst="rect">
            <a:avLst/>
          </a:prstGeom>
          <a:noFill/>
          <a:ln>
            <a:noFill/>
          </a:ln>
        </p:spPr>
      </p:pic>
      <p:pic>
        <p:nvPicPr>
          <p:cNvPr descr=" " id="118" name="Google Shape;118;p6"/>
          <p:cNvPicPr preferRelativeResize="0"/>
          <p:nvPr/>
        </p:nvPicPr>
        <p:blipFill rotWithShape="1">
          <a:blip r:embed="rId6">
            <a:alphaModFix/>
          </a:blip>
          <a:srcRect b="0" l="0" r="0" t="0"/>
          <a:stretch/>
        </p:blipFill>
        <p:spPr>
          <a:xfrm>
            <a:off x="2244857" y="6221363"/>
            <a:ext cx="213992" cy="213965"/>
          </a:xfrm>
          <a:prstGeom prst="rect">
            <a:avLst/>
          </a:prstGeom>
          <a:noFill/>
          <a:ln>
            <a:noFill/>
          </a:ln>
        </p:spPr>
      </p:pic>
      <p:pic>
        <p:nvPicPr>
          <p:cNvPr descr=" " id="119" name="Google Shape;119;p6"/>
          <p:cNvPicPr preferRelativeResize="0"/>
          <p:nvPr/>
        </p:nvPicPr>
        <p:blipFill rotWithShape="1">
          <a:blip r:embed="rId7">
            <a:alphaModFix/>
          </a:blip>
          <a:srcRect b="0" l="0" r="0" t="0"/>
          <a:stretch/>
        </p:blipFill>
        <p:spPr>
          <a:xfrm>
            <a:off x="2244857" y="6221313"/>
            <a:ext cx="213992" cy="213965"/>
          </a:xfrm>
          <a:prstGeom prst="rect">
            <a:avLst/>
          </a:prstGeom>
          <a:noFill/>
          <a:ln>
            <a:noFill/>
          </a:ln>
        </p:spPr>
      </p:pic>
      <p:pic>
        <p:nvPicPr>
          <p:cNvPr descr=" " id="120" name="Google Shape;120;p6"/>
          <p:cNvPicPr preferRelativeResize="0"/>
          <p:nvPr/>
        </p:nvPicPr>
        <p:blipFill rotWithShape="1">
          <a:blip r:embed="rId8">
            <a:alphaModFix/>
          </a:blip>
          <a:srcRect b="0" l="0" r="0" t="0"/>
          <a:stretch/>
        </p:blipFill>
        <p:spPr>
          <a:xfrm>
            <a:off x="1350635" y="0"/>
            <a:ext cx="64848" cy="13716000"/>
          </a:xfrm>
          <a:prstGeom prst="rect">
            <a:avLst/>
          </a:prstGeom>
          <a:noFill/>
          <a:ln>
            <a:noFill/>
          </a:ln>
        </p:spPr>
      </p:pic>
      <p:pic>
        <p:nvPicPr>
          <p:cNvPr descr=" " id="121" name="Google Shape;121;p6"/>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pic>
        <p:nvPicPr>
          <p:cNvPr descr=" " id="122" name="Google Shape;122;p6"/>
          <p:cNvPicPr preferRelativeResize="0"/>
          <p:nvPr/>
        </p:nvPicPr>
        <p:blipFill rotWithShape="1">
          <a:blip r:embed="rId10">
            <a:alphaModFix/>
          </a:blip>
          <a:srcRect b="0" l="0" r="0" t="0"/>
          <a:stretch/>
        </p:blipFill>
        <p:spPr>
          <a:xfrm>
            <a:off x="2847438" y="5519192"/>
            <a:ext cx="16622657" cy="13141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pic>
        <p:nvPicPr>
          <p:cNvPr descr=" " id="128" name="Google Shape;128;p7"/>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129" name="Google Shape;129;p7"/>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130" name="Google Shape;130;p7"/>
          <p:cNvSpPr/>
          <p:nvPr/>
        </p:nvSpPr>
        <p:spPr>
          <a:xfrm>
            <a:off x="1347361" y="3465860"/>
            <a:ext cx="1445972" cy="572312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31" name="Google Shape;131;p7"/>
          <p:cNvPicPr preferRelativeResize="0"/>
          <p:nvPr/>
        </p:nvPicPr>
        <p:blipFill rotWithShape="1">
          <a:blip r:embed="rId5">
            <a:alphaModFix/>
          </a:blip>
          <a:srcRect b="0" l="0" r="0" t="0"/>
          <a:stretch/>
        </p:blipFill>
        <p:spPr>
          <a:xfrm>
            <a:off x="1350635" y="0"/>
            <a:ext cx="64848" cy="13716000"/>
          </a:xfrm>
          <a:prstGeom prst="rect">
            <a:avLst/>
          </a:prstGeom>
          <a:noFill/>
          <a:ln>
            <a:noFill/>
          </a:ln>
        </p:spPr>
      </p:pic>
      <p:pic>
        <p:nvPicPr>
          <p:cNvPr descr=" " id="132" name="Google Shape;132;p7"/>
          <p:cNvPicPr preferRelativeResize="0"/>
          <p:nvPr/>
        </p:nvPicPr>
        <p:blipFill rotWithShape="1">
          <a:blip r:embed="rId6">
            <a:alphaModFix/>
          </a:blip>
          <a:srcRect b="0" l="0" r="0" t="0"/>
          <a:stretch/>
        </p:blipFill>
        <p:spPr>
          <a:xfrm>
            <a:off x="0" y="10971312"/>
            <a:ext cx="24387048" cy="2744688"/>
          </a:xfrm>
          <a:prstGeom prst="rect">
            <a:avLst/>
          </a:prstGeom>
          <a:noFill/>
          <a:ln>
            <a:noFill/>
          </a:ln>
        </p:spPr>
      </p:pic>
      <p:pic>
        <p:nvPicPr>
          <p:cNvPr descr=" " id="133" name="Google Shape;133;p7"/>
          <p:cNvPicPr preferRelativeResize="0"/>
          <p:nvPr/>
        </p:nvPicPr>
        <p:blipFill rotWithShape="1">
          <a:blip r:embed="rId7">
            <a:alphaModFix/>
          </a:blip>
          <a:srcRect b="0" l="0" r="0" t="0"/>
          <a:stretch/>
        </p:blipFill>
        <p:spPr>
          <a:xfrm>
            <a:off x="1346368" y="0"/>
            <a:ext cx="1447981" cy="7162800"/>
          </a:xfrm>
          <a:prstGeom prst="rect">
            <a:avLst/>
          </a:prstGeom>
          <a:noFill/>
          <a:ln>
            <a:noFill/>
          </a:ln>
        </p:spPr>
      </p:pic>
      <p:pic>
        <p:nvPicPr>
          <p:cNvPr descr=" " id="134" name="Google Shape;134;p7"/>
          <p:cNvPicPr preferRelativeResize="0"/>
          <p:nvPr/>
        </p:nvPicPr>
        <p:blipFill rotWithShape="1">
          <a:blip r:embed="rId8">
            <a:alphaModFix/>
          </a:blip>
          <a:srcRect b="0" l="0" r="0" t="0"/>
          <a:stretch/>
        </p:blipFill>
        <p:spPr>
          <a:xfrm>
            <a:off x="2245105" y="2794000"/>
            <a:ext cx="214290" cy="190153"/>
          </a:xfrm>
          <a:prstGeom prst="rect">
            <a:avLst/>
          </a:prstGeom>
          <a:noFill/>
          <a:ln>
            <a:noFill/>
          </a:ln>
        </p:spPr>
      </p:pic>
      <p:pic>
        <p:nvPicPr>
          <p:cNvPr descr=" " id="135" name="Google Shape;135;p7"/>
          <p:cNvPicPr preferRelativeResize="0"/>
          <p:nvPr/>
        </p:nvPicPr>
        <p:blipFill rotWithShape="1">
          <a:blip r:embed="rId9">
            <a:alphaModFix/>
          </a:blip>
          <a:srcRect b="0" l="0" r="0" t="0"/>
          <a:stretch/>
        </p:blipFill>
        <p:spPr>
          <a:xfrm>
            <a:off x="2245154" y="2791172"/>
            <a:ext cx="214190" cy="195709"/>
          </a:xfrm>
          <a:prstGeom prst="rect">
            <a:avLst/>
          </a:prstGeom>
          <a:noFill/>
          <a:ln>
            <a:noFill/>
          </a:ln>
        </p:spPr>
      </p:pic>
      <p:sp>
        <p:nvSpPr>
          <p:cNvPr id="136" name="Google Shape;136;p7"/>
          <p:cNvSpPr/>
          <p:nvPr/>
        </p:nvSpPr>
        <p:spPr>
          <a:xfrm>
            <a:off x="2793357" y="1910953"/>
            <a:ext cx="20205001" cy="869401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37" name="Google Shape;137;p7"/>
          <p:cNvPicPr preferRelativeResize="0"/>
          <p:nvPr/>
        </p:nvPicPr>
        <p:blipFill rotWithShape="1">
          <a:blip r:embed="rId10">
            <a:alphaModFix/>
          </a:blip>
          <a:srcRect b="0" l="0" r="0" t="0"/>
          <a:stretch/>
        </p:blipFill>
        <p:spPr>
          <a:xfrm>
            <a:off x="2846446" y="2121545"/>
            <a:ext cx="6712144" cy="1643955"/>
          </a:xfrm>
          <a:prstGeom prst="rect">
            <a:avLst/>
          </a:prstGeom>
          <a:noFill/>
          <a:ln>
            <a:noFill/>
          </a:ln>
        </p:spPr>
      </p:pic>
      <p:pic>
        <p:nvPicPr>
          <p:cNvPr descr=" " id="138" name="Google Shape;138;p7"/>
          <p:cNvPicPr preferRelativeResize="0"/>
          <p:nvPr/>
        </p:nvPicPr>
        <p:blipFill rotWithShape="1">
          <a:blip r:embed="rId11">
            <a:alphaModFix/>
          </a:blip>
          <a:srcRect b="0" l="0" r="0" t="0"/>
          <a:stretch/>
        </p:blipFill>
        <p:spPr>
          <a:xfrm>
            <a:off x="2793357" y="4311253"/>
            <a:ext cx="20205001" cy="6293743"/>
          </a:xfrm>
          <a:prstGeom prst="rect">
            <a:avLst/>
          </a:prstGeom>
          <a:noFill/>
          <a:ln>
            <a:noFill/>
          </a:ln>
        </p:spPr>
      </p:pic>
      <p:sp>
        <p:nvSpPr>
          <p:cNvPr id="139" name="Google Shape;139;p7"/>
          <p:cNvSpPr/>
          <p:nvPr/>
        </p:nvSpPr>
        <p:spPr>
          <a:xfrm>
            <a:off x="3290363" y="4726143"/>
            <a:ext cx="19211014" cy="5463963"/>
          </a:xfrm>
          <a:prstGeom prst="rect">
            <a:avLst/>
          </a:prstGeom>
          <a:noFill/>
          <a:ln>
            <a:noFill/>
          </a:ln>
        </p:spPr>
        <p:txBody>
          <a:bodyPr anchorCtr="0" anchor="ctr" bIns="0" lIns="0" spcFirstLastPara="1" rIns="0" wrap="square" tIns="0">
            <a:noAutofit/>
          </a:bodyPr>
          <a:lstStyle/>
          <a:p>
            <a:pPr indent="0" lvl="0" marL="0" marR="0" rtl="0" algn="ctr">
              <a:lnSpc>
                <a:spcPct val="114006"/>
              </a:lnSpc>
              <a:spcBef>
                <a:spcPts val="0"/>
              </a:spcBef>
              <a:spcAft>
                <a:spcPts val="0"/>
              </a:spcAft>
              <a:buClr>
                <a:srgbClr val="FFFFFF"/>
              </a:buClr>
              <a:buSzPts val="3070"/>
              <a:buFont typeface="Arial"/>
              <a:buNone/>
            </a:pPr>
            <a:r>
              <a:rPr b="0" i="0" lang="en-US" sz="3070" u="none" cap="none" strike="noStrike">
                <a:solidFill>
                  <a:srgbClr val="FFFFFF"/>
                </a:solidFill>
                <a:latin typeface="Arial"/>
                <a:ea typeface="Arial"/>
                <a:cs typeface="Arial"/>
                <a:sym typeface="Arial"/>
              </a:rPr>
              <a:t>Lorem ipsum dolor sit amet consectetur. Ultricies fermentum amet nisl pretium magna sit. Turpis rhoncus venenatis eu lorem lacinia. Eu eleifend sagittis nulla venenatis commodo. Molestie vitae vitae diam lacus lectus quis sapien. Montes ultricies eget odio hendrerit dolor nibh posuere sed nisi.Sit hac convallis proin ultrices quis. Arcu in scelerisque feugiat urna hendrerit fringilla at. Ipsum elementum molestie est tortor odio. Non ipsum pharetra quisque velit viverra ante eget duis in. Sit enim a tellus ipsum mi duis ut arcu aliquam. Faucibus pharetra nibh felis nisi. Fringilla mattis dictum nec amet. Quis a cursus cursus at viverra donec vitae. Lacus eget ultricies neque at suspendisse penatibus. Donec quis auctor fermentum adipiscing ac aliquam ut in pulvinar. Et iaculis leo nunc tempus dolor et velit. Nullam feugiat justo sit praesent elit mauris. Quam pellentesque proin lacus accumsan.In eleifend amet vitae cras urna proin orci lacus nunc. Ante integer amet condimentum massa. Id ullamcorper nisl egestas eleifend vel massa turpis. Purus tellus egestas lectus ut amet et tempus faucibus sit. Nisi accumsan amet dolor lorem. Pellentesque magnis at tortor quis vitae mattis. Pretium Nulla nibh felis viverra hac a. Sed nec id lacus sit sapien </a:t>
            </a:r>
            <a:endParaRPr b="0" i="0" sz="307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pic>
        <p:nvPicPr>
          <p:cNvPr descr=" " id="145" name="Google Shape;145;p8"/>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146" name="Google Shape;146;p8"/>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147" name="Google Shape;147;p8"/>
          <p:cNvSpPr/>
          <p:nvPr/>
        </p:nvSpPr>
        <p:spPr>
          <a:xfrm>
            <a:off x="1347361" y="3465860"/>
            <a:ext cx="1445972" cy="572312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48" name="Google Shape;148;p8"/>
          <p:cNvPicPr preferRelativeResize="0"/>
          <p:nvPr/>
        </p:nvPicPr>
        <p:blipFill rotWithShape="1">
          <a:blip r:embed="rId5">
            <a:alphaModFix/>
          </a:blip>
          <a:srcRect b="0" l="0" r="0" t="0"/>
          <a:stretch/>
        </p:blipFill>
        <p:spPr>
          <a:xfrm>
            <a:off x="1347361" y="1130300"/>
            <a:ext cx="1445956" cy="8059787"/>
          </a:xfrm>
          <a:prstGeom prst="rect">
            <a:avLst/>
          </a:prstGeom>
          <a:noFill/>
          <a:ln>
            <a:noFill/>
          </a:ln>
        </p:spPr>
      </p:pic>
      <p:pic>
        <p:nvPicPr>
          <p:cNvPr descr=" " id="149" name="Google Shape;149;p8"/>
          <p:cNvPicPr preferRelativeResize="0"/>
          <p:nvPr/>
        </p:nvPicPr>
        <p:blipFill rotWithShape="1">
          <a:blip r:embed="rId6">
            <a:alphaModFix/>
          </a:blip>
          <a:srcRect b="0" l="0" r="0" t="0"/>
          <a:stretch/>
        </p:blipFill>
        <p:spPr>
          <a:xfrm>
            <a:off x="2244857" y="4660900"/>
            <a:ext cx="213992" cy="213965"/>
          </a:xfrm>
          <a:prstGeom prst="rect">
            <a:avLst/>
          </a:prstGeom>
          <a:noFill/>
          <a:ln>
            <a:noFill/>
          </a:ln>
        </p:spPr>
      </p:pic>
      <p:pic>
        <p:nvPicPr>
          <p:cNvPr descr=" " id="150" name="Google Shape;150;p8"/>
          <p:cNvPicPr preferRelativeResize="0"/>
          <p:nvPr/>
        </p:nvPicPr>
        <p:blipFill rotWithShape="1">
          <a:blip r:embed="rId7">
            <a:alphaModFix/>
          </a:blip>
          <a:srcRect b="0" l="0" r="0" t="0"/>
          <a:stretch/>
        </p:blipFill>
        <p:spPr>
          <a:xfrm>
            <a:off x="2244857" y="4660850"/>
            <a:ext cx="213992" cy="213965"/>
          </a:xfrm>
          <a:prstGeom prst="rect">
            <a:avLst/>
          </a:prstGeom>
          <a:noFill/>
          <a:ln>
            <a:noFill/>
          </a:ln>
        </p:spPr>
      </p:pic>
      <p:pic>
        <p:nvPicPr>
          <p:cNvPr descr=" " id="151" name="Google Shape;151;p8"/>
          <p:cNvPicPr preferRelativeResize="0"/>
          <p:nvPr/>
        </p:nvPicPr>
        <p:blipFill rotWithShape="1">
          <a:blip r:embed="rId8">
            <a:alphaModFix/>
          </a:blip>
          <a:srcRect b="0" l="0" r="0" t="0"/>
          <a:stretch/>
        </p:blipFill>
        <p:spPr>
          <a:xfrm>
            <a:off x="1350635" y="0"/>
            <a:ext cx="64848" cy="13716000"/>
          </a:xfrm>
          <a:prstGeom prst="rect">
            <a:avLst/>
          </a:prstGeom>
          <a:noFill/>
          <a:ln>
            <a:noFill/>
          </a:ln>
        </p:spPr>
      </p:pic>
      <p:pic>
        <p:nvPicPr>
          <p:cNvPr descr=" " id="152" name="Google Shape;152;p8"/>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sp>
        <p:nvSpPr>
          <p:cNvPr id="153" name="Google Shape;153;p8"/>
          <p:cNvSpPr/>
          <p:nvPr/>
        </p:nvSpPr>
        <p:spPr>
          <a:xfrm>
            <a:off x="2956840" y="6873776"/>
            <a:ext cx="18473343" cy="12537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54" name="Google Shape;154;p8"/>
          <p:cNvPicPr preferRelativeResize="0"/>
          <p:nvPr/>
        </p:nvPicPr>
        <p:blipFill rotWithShape="1">
          <a:blip r:embed="rId10">
            <a:alphaModFix/>
          </a:blip>
          <a:srcRect b="0" l="0" r="0" t="0"/>
          <a:stretch/>
        </p:blipFill>
        <p:spPr>
          <a:xfrm>
            <a:off x="3123152" y="6871692"/>
            <a:ext cx="2444708" cy="1257955"/>
          </a:xfrm>
          <a:prstGeom prst="rect">
            <a:avLst/>
          </a:prstGeom>
          <a:noFill/>
          <a:ln>
            <a:noFill/>
          </a:ln>
        </p:spPr>
      </p:pic>
      <p:sp>
        <p:nvSpPr>
          <p:cNvPr id="155" name="Google Shape;155;p8"/>
          <p:cNvSpPr/>
          <p:nvPr/>
        </p:nvSpPr>
        <p:spPr>
          <a:xfrm>
            <a:off x="3728636" y="7132389"/>
            <a:ext cx="1233691"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Vite</a:t>
            </a:r>
            <a:endParaRPr b="0" i="0" sz="4239" u="none" cap="none" strike="noStrike">
              <a:solidFill>
                <a:schemeClr val="dk1"/>
              </a:solidFill>
              <a:latin typeface="Calibri"/>
              <a:ea typeface="Calibri"/>
              <a:cs typeface="Calibri"/>
              <a:sym typeface="Calibri"/>
            </a:endParaRPr>
          </a:p>
        </p:txBody>
      </p:sp>
      <p:pic>
        <p:nvPicPr>
          <p:cNvPr descr=" " id="156" name="Google Shape;156;p8"/>
          <p:cNvPicPr preferRelativeResize="0"/>
          <p:nvPr/>
        </p:nvPicPr>
        <p:blipFill rotWithShape="1">
          <a:blip r:embed="rId11">
            <a:alphaModFix/>
          </a:blip>
          <a:srcRect b="0" l="0" r="0" t="0"/>
          <a:stretch/>
        </p:blipFill>
        <p:spPr>
          <a:xfrm>
            <a:off x="6238216" y="6871692"/>
            <a:ext cx="3562448" cy="1257955"/>
          </a:xfrm>
          <a:prstGeom prst="rect">
            <a:avLst/>
          </a:prstGeom>
          <a:noFill/>
          <a:ln>
            <a:noFill/>
          </a:ln>
        </p:spPr>
      </p:pic>
      <p:sp>
        <p:nvSpPr>
          <p:cNvPr id="157" name="Google Shape;157;p8"/>
          <p:cNvSpPr/>
          <p:nvPr/>
        </p:nvSpPr>
        <p:spPr>
          <a:xfrm>
            <a:off x="6843700" y="7132389"/>
            <a:ext cx="2351430"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Tailwind</a:t>
            </a:r>
            <a:endParaRPr b="0" i="0" sz="4239" u="none" cap="none" strike="noStrike">
              <a:solidFill>
                <a:schemeClr val="dk1"/>
              </a:solidFill>
              <a:latin typeface="Calibri"/>
              <a:ea typeface="Calibri"/>
              <a:cs typeface="Calibri"/>
              <a:sym typeface="Calibri"/>
            </a:endParaRPr>
          </a:p>
        </p:txBody>
      </p:sp>
      <p:pic>
        <p:nvPicPr>
          <p:cNvPr descr=" " id="158" name="Google Shape;158;p8"/>
          <p:cNvPicPr preferRelativeResize="0"/>
          <p:nvPr/>
        </p:nvPicPr>
        <p:blipFill rotWithShape="1">
          <a:blip r:embed="rId12">
            <a:alphaModFix/>
          </a:blip>
          <a:srcRect b="0" l="0" r="0" t="0"/>
          <a:stretch/>
        </p:blipFill>
        <p:spPr>
          <a:xfrm>
            <a:off x="10471070" y="6871692"/>
            <a:ext cx="3346521" cy="1257955"/>
          </a:xfrm>
          <a:prstGeom prst="rect">
            <a:avLst/>
          </a:prstGeom>
          <a:noFill/>
          <a:ln>
            <a:noFill/>
          </a:ln>
        </p:spPr>
      </p:pic>
      <p:sp>
        <p:nvSpPr>
          <p:cNvPr id="159" name="Google Shape;159;p8"/>
          <p:cNvSpPr/>
          <p:nvPr/>
        </p:nvSpPr>
        <p:spPr>
          <a:xfrm>
            <a:off x="11076554" y="7132389"/>
            <a:ext cx="2135503"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Solidity</a:t>
            </a:r>
            <a:endParaRPr b="0" i="0" sz="4239" u="none" cap="none" strike="noStrike">
              <a:solidFill>
                <a:schemeClr val="dk1"/>
              </a:solidFill>
              <a:latin typeface="Calibri"/>
              <a:ea typeface="Calibri"/>
              <a:cs typeface="Calibri"/>
              <a:sym typeface="Calibri"/>
            </a:endParaRPr>
          </a:p>
        </p:txBody>
      </p:sp>
      <p:pic>
        <p:nvPicPr>
          <p:cNvPr descr=" " id="160" name="Google Shape;160;p8"/>
          <p:cNvPicPr preferRelativeResize="0"/>
          <p:nvPr/>
        </p:nvPicPr>
        <p:blipFill rotWithShape="1">
          <a:blip r:embed="rId13">
            <a:alphaModFix/>
          </a:blip>
          <a:srcRect b="0" l="0" r="0" t="0"/>
          <a:stretch/>
        </p:blipFill>
        <p:spPr>
          <a:xfrm>
            <a:off x="14487947" y="6871692"/>
            <a:ext cx="6775950" cy="1257955"/>
          </a:xfrm>
          <a:prstGeom prst="rect">
            <a:avLst/>
          </a:prstGeom>
          <a:noFill/>
          <a:ln>
            <a:noFill/>
          </a:ln>
        </p:spPr>
      </p:pic>
      <p:sp>
        <p:nvSpPr>
          <p:cNvPr id="161" name="Google Shape;161;p8"/>
          <p:cNvSpPr/>
          <p:nvPr/>
        </p:nvSpPr>
        <p:spPr>
          <a:xfrm>
            <a:off x="15093431" y="7132389"/>
            <a:ext cx="5564932"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Account Abstraction</a:t>
            </a:r>
            <a:endParaRPr b="0" i="0" sz="4239" u="none" cap="none" strike="noStrike">
              <a:solidFill>
                <a:schemeClr val="dk1"/>
              </a:solidFill>
              <a:latin typeface="Calibri"/>
              <a:ea typeface="Calibri"/>
              <a:cs typeface="Calibri"/>
              <a:sym typeface="Calibri"/>
            </a:endParaRPr>
          </a:p>
        </p:txBody>
      </p:sp>
      <p:sp>
        <p:nvSpPr>
          <p:cNvPr id="162" name="Google Shape;162;p8"/>
          <p:cNvSpPr/>
          <p:nvPr/>
        </p:nvSpPr>
        <p:spPr>
          <a:xfrm>
            <a:off x="3522557" y="8638431"/>
            <a:ext cx="16449108" cy="12537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63" name="Google Shape;163;p8"/>
          <p:cNvPicPr preferRelativeResize="0"/>
          <p:nvPr/>
        </p:nvPicPr>
        <p:blipFill rotWithShape="1">
          <a:blip r:embed="rId14">
            <a:alphaModFix/>
          </a:blip>
          <a:srcRect b="0" l="0" r="0" t="0"/>
          <a:stretch/>
        </p:blipFill>
        <p:spPr>
          <a:xfrm>
            <a:off x="3858008" y="8636347"/>
            <a:ext cx="3486238" cy="1257955"/>
          </a:xfrm>
          <a:prstGeom prst="rect">
            <a:avLst/>
          </a:prstGeom>
          <a:noFill/>
          <a:ln>
            <a:noFill/>
          </a:ln>
        </p:spPr>
      </p:pic>
      <p:sp>
        <p:nvSpPr>
          <p:cNvPr id="164" name="Google Shape;164;p8"/>
          <p:cNvSpPr/>
          <p:nvPr/>
        </p:nvSpPr>
        <p:spPr>
          <a:xfrm>
            <a:off x="4463492" y="8897045"/>
            <a:ext cx="2275221"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ReactJs</a:t>
            </a:r>
            <a:endParaRPr b="0" i="0" sz="4239" u="none" cap="none" strike="noStrike">
              <a:solidFill>
                <a:schemeClr val="dk1"/>
              </a:solidFill>
              <a:latin typeface="Calibri"/>
              <a:ea typeface="Calibri"/>
              <a:cs typeface="Calibri"/>
              <a:sym typeface="Calibri"/>
            </a:endParaRPr>
          </a:p>
        </p:txBody>
      </p:sp>
      <p:pic>
        <p:nvPicPr>
          <p:cNvPr descr=" " id="165" name="Google Shape;165;p8"/>
          <p:cNvPicPr preferRelativeResize="0"/>
          <p:nvPr/>
        </p:nvPicPr>
        <p:blipFill rotWithShape="1">
          <a:blip r:embed="rId15">
            <a:alphaModFix/>
          </a:blip>
          <a:srcRect b="0" l="0" r="0" t="0"/>
          <a:stretch/>
        </p:blipFill>
        <p:spPr>
          <a:xfrm>
            <a:off x="8014602" y="8636347"/>
            <a:ext cx="3359223" cy="1257955"/>
          </a:xfrm>
          <a:prstGeom prst="rect">
            <a:avLst/>
          </a:prstGeom>
          <a:noFill/>
          <a:ln>
            <a:noFill/>
          </a:ln>
        </p:spPr>
      </p:pic>
      <p:sp>
        <p:nvSpPr>
          <p:cNvPr id="166" name="Google Shape;166;p8"/>
          <p:cNvSpPr/>
          <p:nvPr/>
        </p:nvSpPr>
        <p:spPr>
          <a:xfrm>
            <a:off x="8620086" y="8897045"/>
            <a:ext cx="2148205"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EtherJs</a:t>
            </a:r>
            <a:endParaRPr b="0" i="0" sz="4239" u="none" cap="none" strike="noStrike">
              <a:solidFill>
                <a:schemeClr val="dk1"/>
              </a:solidFill>
              <a:latin typeface="Calibri"/>
              <a:ea typeface="Calibri"/>
              <a:cs typeface="Calibri"/>
              <a:sym typeface="Calibri"/>
            </a:endParaRPr>
          </a:p>
        </p:txBody>
      </p:sp>
      <p:pic>
        <p:nvPicPr>
          <p:cNvPr descr=" " id="167" name="Google Shape;167;p8"/>
          <p:cNvPicPr preferRelativeResize="0"/>
          <p:nvPr/>
        </p:nvPicPr>
        <p:blipFill rotWithShape="1">
          <a:blip r:embed="rId16">
            <a:alphaModFix/>
          </a:blip>
          <a:srcRect b="0" l="0" r="0" t="0"/>
          <a:stretch/>
        </p:blipFill>
        <p:spPr>
          <a:xfrm>
            <a:off x="12044181" y="8636347"/>
            <a:ext cx="2978175" cy="1257955"/>
          </a:xfrm>
          <a:prstGeom prst="rect">
            <a:avLst/>
          </a:prstGeom>
          <a:noFill/>
          <a:ln>
            <a:noFill/>
          </a:ln>
        </p:spPr>
      </p:pic>
      <p:sp>
        <p:nvSpPr>
          <p:cNvPr id="168" name="Google Shape;168;p8"/>
          <p:cNvSpPr/>
          <p:nvPr/>
        </p:nvSpPr>
        <p:spPr>
          <a:xfrm>
            <a:off x="12649665" y="8897045"/>
            <a:ext cx="1767157"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Figma</a:t>
            </a:r>
            <a:endParaRPr b="0" i="0" sz="4239" u="none" cap="none" strike="noStrike">
              <a:solidFill>
                <a:schemeClr val="dk1"/>
              </a:solidFill>
              <a:latin typeface="Calibri"/>
              <a:ea typeface="Calibri"/>
              <a:cs typeface="Calibri"/>
              <a:sym typeface="Calibri"/>
            </a:endParaRPr>
          </a:p>
        </p:txBody>
      </p:sp>
      <p:pic>
        <p:nvPicPr>
          <p:cNvPr descr=" " id="169" name="Google Shape;169;p8"/>
          <p:cNvPicPr preferRelativeResize="0"/>
          <p:nvPr/>
        </p:nvPicPr>
        <p:blipFill rotWithShape="1">
          <a:blip r:embed="rId17">
            <a:alphaModFix/>
          </a:blip>
          <a:srcRect b="0" l="0" r="0" t="0"/>
          <a:stretch/>
        </p:blipFill>
        <p:spPr>
          <a:xfrm>
            <a:off x="15692762" y="8636347"/>
            <a:ext cx="3943496" cy="1257955"/>
          </a:xfrm>
          <a:prstGeom prst="rect">
            <a:avLst/>
          </a:prstGeom>
          <a:noFill/>
          <a:ln>
            <a:noFill/>
          </a:ln>
        </p:spPr>
      </p:pic>
      <p:sp>
        <p:nvSpPr>
          <p:cNvPr id="170" name="Google Shape;170;p8"/>
          <p:cNvSpPr/>
          <p:nvPr/>
        </p:nvSpPr>
        <p:spPr>
          <a:xfrm>
            <a:off x="16298246" y="8897045"/>
            <a:ext cx="2732478" cy="916036"/>
          </a:xfrm>
          <a:prstGeom prst="rect">
            <a:avLst/>
          </a:prstGeom>
          <a:noFill/>
          <a:ln>
            <a:noFill/>
          </a:ln>
        </p:spPr>
        <p:txBody>
          <a:bodyPr anchorCtr="0" anchor="t" bIns="0" lIns="0" spcFirstLastPara="1" rIns="0" wrap="square" tIns="0">
            <a:noAutofit/>
          </a:bodyPr>
          <a:lstStyle/>
          <a:p>
            <a:pPr indent="0" lvl="0" marL="0" marR="0" rtl="0" algn="ctr">
              <a:lnSpc>
                <a:spcPct val="135692"/>
              </a:lnSpc>
              <a:spcBef>
                <a:spcPts val="0"/>
              </a:spcBef>
              <a:spcAft>
                <a:spcPts val="0"/>
              </a:spcAft>
              <a:buClr>
                <a:srgbClr val="FFFFFF"/>
              </a:buClr>
              <a:buSzPts val="4239"/>
              <a:buFont typeface="Inter SemiBold"/>
              <a:buNone/>
            </a:pPr>
            <a:r>
              <a:rPr b="0" i="0" lang="en-US" sz="4239" u="none" cap="none" strike="noStrike">
                <a:solidFill>
                  <a:srgbClr val="FFFFFF"/>
                </a:solidFill>
                <a:latin typeface="Inter SemiBold"/>
                <a:ea typeface="Inter SemiBold"/>
                <a:cs typeface="Inter SemiBold"/>
                <a:sym typeface="Inter SemiBold"/>
              </a:rPr>
              <a:t>MongoDB</a:t>
            </a:r>
            <a:endParaRPr b="0" i="0" sz="4239" u="none" cap="none" strike="noStrike">
              <a:solidFill>
                <a:schemeClr val="dk1"/>
              </a:solidFill>
              <a:latin typeface="Calibri"/>
              <a:ea typeface="Calibri"/>
              <a:cs typeface="Calibri"/>
              <a:sym typeface="Calibri"/>
            </a:endParaRPr>
          </a:p>
        </p:txBody>
      </p:sp>
      <p:pic>
        <p:nvPicPr>
          <p:cNvPr descr=" " id="171" name="Google Shape;171;p8"/>
          <p:cNvPicPr preferRelativeResize="0"/>
          <p:nvPr/>
        </p:nvPicPr>
        <p:blipFill rotWithShape="1">
          <a:blip r:embed="rId18">
            <a:alphaModFix/>
          </a:blip>
          <a:srcRect b="0" l="0" r="0" t="0"/>
          <a:stretch/>
        </p:blipFill>
        <p:spPr>
          <a:xfrm>
            <a:off x="2807299" y="3935909"/>
            <a:ext cx="9441894" cy="13141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pic>
        <p:nvPicPr>
          <p:cNvPr descr=" " id="177" name="Google Shape;177;p9"/>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178" name="Google Shape;178;p9"/>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pic>
        <p:nvPicPr>
          <p:cNvPr descr=" " id="179" name="Google Shape;179;p9"/>
          <p:cNvPicPr preferRelativeResize="0"/>
          <p:nvPr/>
        </p:nvPicPr>
        <p:blipFill rotWithShape="1">
          <a:blip r:embed="rId5">
            <a:alphaModFix/>
          </a:blip>
          <a:srcRect b="0" l="0" r="0" t="0"/>
          <a:stretch/>
        </p:blipFill>
        <p:spPr>
          <a:xfrm>
            <a:off x="0" y="10971312"/>
            <a:ext cx="24387048" cy="2744688"/>
          </a:xfrm>
          <a:prstGeom prst="rect">
            <a:avLst/>
          </a:prstGeom>
          <a:noFill/>
          <a:ln>
            <a:noFill/>
          </a:ln>
        </p:spPr>
      </p:pic>
      <p:pic>
        <p:nvPicPr>
          <p:cNvPr descr=" " id="180" name="Google Shape;180;p9"/>
          <p:cNvPicPr preferRelativeResize="0"/>
          <p:nvPr/>
        </p:nvPicPr>
        <p:blipFill rotWithShape="1">
          <a:blip r:embed="rId6">
            <a:alphaModFix/>
          </a:blip>
          <a:srcRect b="0" l="0" r="0" t="0"/>
          <a:stretch/>
        </p:blipFill>
        <p:spPr>
          <a:xfrm>
            <a:off x="16393086" y="5452070"/>
            <a:ext cx="7993962" cy="1445816"/>
          </a:xfrm>
          <a:prstGeom prst="rect">
            <a:avLst/>
          </a:prstGeom>
          <a:noFill/>
          <a:ln>
            <a:noFill/>
          </a:ln>
        </p:spPr>
      </p:pic>
      <p:pic>
        <p:nvPicPr>
          <p:cNvPr descr=" " id="181" name="Google Shape;181;p9"/>
          <p:cNvPicPr preferRelativeResize="0"/>
          <p:nvPr/>
        </p:nvPicPr>
        <p:blipFill rotWithShape="1">
          <a:blip r:embed="rId7">
            <a:alphaModFix/>
          </a:blip>
          <a:srcRect b="0" l="0" r="0" t="0"/>
          <a:stretch/>
        </p:blipFill>
        <p:spPr>
          <a:xfrm>
            <a:off x="3200800" y="6818114"/>
            <a:ext cx="8060795" cy="1445816"/>
          </a:xfrm>
          <a:prstGeom prst="rect">
            <a:avLst/>
          </a:prstGeom>
          <a:noFill/>
          <a:ln>
            <a:noFill/>
          </a:ln>
        </p:spPr>
      </p:pic>
      <p:pic>
        <p:nvPicPr>
          <p:cNvPr descr=" " id="182" name="Google Shape;182;p9"/>
          <p:cNvPicPr preferRelativeResize="0"/>
          <p:nvPr/>
        </p:nvPicPr>
        <p:blipFill rotWithShape="1">
          <a:blip r:embed="rId7">
            <a:alphaModFix/>
          </a:blip>
          <a:srcRect b="0" l="0" r="0" t="0"/>
          <a:stretch/>
        </p:blipFill>
        <p:spPr>
          <a:xfrm>
            <a:off x="11393324" y="6818114"/>
            <a:ext cx="8060795" cy="1445816"/>
          </a:xfrm>
          <a:prstGeom prst="rect">
            <a:avLst/>
          </a:prstGeom>
          <a:noFill/>
          <a:ln>
            <a:noFill/>
          </a:ln>
        </p:spPr>
      </p:pic>
      <p:pic>
        <p:nvPicPr>
          <p:cNvPr descr=" " id="183" name="Google Shape;183;p9"/>
          <p:cNvPicPr preferRelativeResize="0"/>
          <p:nvPr/>
        </p:nvPicPr>
        <p:blipFill rotWithShape="1">
          <a:blip r:embed="rId8">
            <a:alphaModFix/>
          </a:blip>
          <a:srcRect b="0" l="0" r="0" t="0"/>
          <a:stretch/>
        </p:blipFill>
        <p:spPr>
          <a:xfrm>
            <a:off x="10178338" y="1134368"/>
            <a:ext cx="4021690" cy="758676"/>
          </a:xfrm>
          <a:prstGeom prst="rect">
            <a:avLst/>
          </a:prstGeom>
          <a:noFill/>
          <a:ln>
            <a:noFill/>
          </a:ln>
        </p:spPr>
      </p:pic>
      <p:pic>
        <p:nvPicPr>
          <p:cNvPr descr=" " id="184" name="Google Shape;184;p9"/>
          <p:cNvPicPr preferRelativeResize="0"/>
          <p:nvPr/>
        </p:nvPicPr>
        <p:blipFill rotWithShape="1">
          <a:blip r:embed="rId9">
            <a:alphaModFix/>
          </a:blip>
          <a:srcRect b="0" l="0" r="0" t="0"/>
          <a:stretch/>
        </p:blipFill>
        <p:spPr>
          <a:xfrm>
            <a:off x="0" y="5452070"/>
            <a:ext cx="8060795" cy="1445816"/>
          </a:xfrm>
          <a:prstGeom prst="rect">
            <a:avLst/>
          </a:prstGeom>
          <a:noFill/>
          <a:ln>
            <a:noFill/>
          </a:ln>
        </p:spPr>
      </p:pic>
      <p:pic>
        <p:nvPicPr>
          <p:cNvPr descr=" " id="185" name="Google Shape;185;p9"/>
          <p:cNvPicPr preferRelativeResize="0"/>
          <p:nvPr/>
        </p:nvPicPr>
        <p:blipFill rotWithShape="1">
          <a:blip r:embed="rId9">
            <a:alphaModFix/>
          </a:blip>
          <a:srcRect b="0" l="0" r="0" t="0"/>
          <a:stretch/>
        </p:blipFill>
        <p:spPr>
          <a:xfrm>
            <a:off x="8332241" y="5452070"/>
            <a:ext cx="8060795" cy="1445816"/>
          </a:xfrm>
          <a:prstGeom prst="rect">
            <a:avLst/>
          </a:prstGeom>
          <a:noFill/>
          <a:ln>
            <a:noFill/>
          </a:ln>
        </p:spPr>
      </p:pic>
      <p:sp>
        <p:nvSpPr>
          <p:cNvPr id="186" name="Google Shape;186;p9"/>
          <p:cNvSpPr/>
          <p:nvPr/>
        </p:nvSpPr>
        <p:spPr>
          <a:xfrm>
            <a:off x="5225264" y="8420100"/>
            <a:ext cx="4011915" cy="132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87" name="Google Shape;187;p9"/>
          <p:cNvPicPr preferRelativeResize="0"/>
          <p:nvPr/>
        </p:nvPicPr>
        <p:blipFill rotWithShape="1">
          <a:blip r:embed="rId10">
            <a:alphaModFix/>
          </a:blip>
          <a:srcRect b="0" l="0" r="0" t="0"/>
          <a:stretch/>
        </p:blipFill>
        <p:spPr>
          <a:xfrm>
            <a:off x="5852256" y="8478986"/>
            <a:ext cx="2734463" cy="354558"/>
          </a:xfrm>
          <a:prstGeom prst="rect">
            <a:avLst/>
          </a:prstGeom>
          <a:noFill/>
          <a:ln>
            <a:noFill/>
          </a:ln>
        </p:spPr>
      </p:pic>
      <p:pic>
        <p:nvPicPr>
          <p:cNvPr descr=" " id="188" name="Google Shape;188;p9"/>
          <p:cNvPicPr preferRelativeResize="0"/>
          <p:nvPr/>
        </p:nvPicPr>
        <p:blipFill rotWithShape="1">
          <a:blip r:embed="rId11">
            <a:alphaModFix/>
          </a:blip>
          <a:srcRect b="0" l="0" r="0" t="0"/>
          <a:stretch/>
        </p:blipFill>
        <p:spPr>
          <a:xfrm>
            <a:off x="5339876" y="9051528"/>
            <a:ext cx="3783337" cy="606673"/>
          </a:xfrm>
          <a:prstGeom prst="rect">
            <a:avLst/>
          </a:prstGeom>
          <a:noFill/>
          <a:ln>
            <a:noFill/>
          </a:ln>
        </p:spPr>
      </p:pic>
      <p:sp>
        <p:nvSpPr>
          <p:cNvPr id="189" name="Google Shape;189;p9"/>
          <p:cNvSpPr/>
          <p:nvPr/>
        </p:nvSpPr>
        <p:spPr>
          <a:xfrm>
            <a:off x="13417788" y="8420100"/>
            <a:ext cx="4011915" cy="132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90" name="Google Shape;190;p9"/>
          <p:cNvPicPr preferRelativeResize="0"/>
          <p:nvPr/>
        </p:nvPicPr>
        <p:blipFill rotWithShape="1">
          <a:blip r:embed="rId12">
            <a:alphaModFix/>
          </a:blip>
          <a:srcRect b="0" l="0" r="0" t="0"/>
          <a:stretch/>
        </p:blipFill>
        <p:spPr>
          <a:xfrm>
            <a:off x="14025728" y="8478986"/>
            <a:ext cx="2769492" cy="354558"/>
          </a:xfrm>
          <a:prstGeom prst="rect">
            <a:avLst/>
          </a:prstGeom>
          <a:noFill/>
          <a:ln>
            <a:noFill/>
          </a:ln>
        </p:spPr>
      </p:pic>
      <p:pic>
        <p:nvPicPr>
          <p:cNvPr descr=" " id="191" name="Google Shape;191;p9"/>
          <p:cNvPicPr preferRelativeResize="0"/>
          <p:nvPr/>
        </p:nvPicPr>
        <p:blipFill rotWithShape="1">
          <a:blip r:embed="rId11">
            <a:alphaModFix/>
          </a:blip>
          <a:srcRect b="0" l="0" r="0" t="0"/>
          <a:stretch/>
        </p:blipFill>
        <p:spPr>
          <a:xfrm>
            <a:off x="13532400" y="9051528"/>
            <a:ext cx="3783337" cy="606673"/>
          </a:xfrm>
          <a:prstGeom prst="rect">
            <a:avLst/>
          </a:prstGeom>
          <a:noFill/>
          <a:ln>
            <a:noFill/>
          </a:ln>
        </p:spPr>
      </p:pic>
      <p:sp>
        <p:nvSpPr>
          <p:cNvPr id="192" name="Google Shape;192;p9"/>
          <p:cNvSpPr/>
          <p:nvPr/>
        </p:nvSpPr>
        <p:spPr>
          <a:xfrm>
            <a:off x="2025457" y="4131270"/>
            <a:ext cx="4011915" cy="132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93" name="Google Shape;193;p9"/>
          <p:cNvPicPr preferRelativeResize="0"/>
          <p:nvPr/>
        </p:nvPicPr>
        <p:blipFill rotWithShape="1">
          <a:blip r:embed="rId13">
            <a:alphaModFix/>
          </a:blip>
          <a:srcRect b="0" l="0" r="0" t="0"/>
          <a:stretch/>
        </p:blipFill>
        <p:spPr>
          <a:xfrm>
            <a:off x="2696904" y="4190157"/>
            <a:ext cx="2647537" cy="354558"/>
          </a:xfrm>
          <a:prstGeom prst="rect">
            <a:avLst/>
          </a:prstGeom>
          <a:noFill/>
          <a:ln>
            <a:noFill/>
          </a:ln>
        </p:spPr>
      </p:pic>
      <p:pic>
        <p:nvPicPr>
          <p:cNvPr descr=" " id="194" name="Google Shape;194;p9"/>
          <p:cNvPicPr preferRelativeResize="0"/>
          <p:nvPr/>
        </p:nvPicPr>
        <p:blipFill rotWithShape="1">
          <a:blip r:embed="rId11">
            <a:alphaModFix/>
          </a:blip>
          <a:srcRect b="0" l="0" r="0" t="0"/>
          <a:stretch/>
        </p:blipFill>
        <p:spPr>
          <a:xfrm>
            <a:off x="2140069" y="4762698"/>
            <a:ext cx="3783337" cy="606673"/>
          </a:xfrm>
          <a:prstGeom prst="rect">
            <a:avLst/>
          </a:prstGeom>
          <a:noFill/>
          <a:ln>
            <a:noFill/>
          </a:ln>
        </p:spPr>
      </p:pic>
      <p:sp>
        <p:nvSpPr>
          <p:cNvPr id="195" name="Google Shape;195;p9"/>
          <p:cNvSpPr/>
          <p:nvPr/>
        </p:nvSpPr>
        <p:spPr>
          <a:xfrm>
            <a:off x="10357698" y="4131270"/>
            <a:ext cx="4011915" cy="132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96" name="Google Shape;196;p9"/>
          <p:cNvPicPr preferRelativeResize="0"/>
          <p:nvPr/>
        </p:nvPicPr>
        <p:blipFill rotWithShape="1">
          <a:blip r:embed="rId14">
            <a:alphaModFix/>
          </a:blip>
          <a:srcRect b="0" l="0" r="0" t="0"/>
          <a:stretch/>
        </p:blipFill>
        <p:spPr>
          <a:xfrm>
            <a:off x="10978339" y="4190157"/>
            <a:ext cx="2752176" cy="354558"/>
          </a:xfrm>
          <a:prstGeom prst="rect">
            <a:avLst/>
          </a:prstGeom>
          <a:noFill/>
          <a:ln>
            <a:noFill/>
          </a:ln>
        </p:spPr>
      </p:pic>
      <p:pic>
        <p:nvPicPr>
          <p:cNvPr descr=" " id="197" name="Google Shape;197;p9"/>
          <p:cNvPicPr preferRelativeResize="0"/>
          <p:nvPr/>
        </p:nvPicPr>
        <p:blipFill rotWithShape="1">
          <a:blip r:embed="rId11">
            <a:alphaModFix/>
          </a:blip>
          <a:srcRect b="0" l="0" r="0" t="0"/>
          <a:stretch/>
        </p:blipFill>
        <p:spPr>
          <a:xfrm>
            <a:off x="10472310" y="4762698"/>
            <a:ext cx="3783337" cy="606673"/>
          </a:xfrm>
          <a:prstGeom prst="rect">
            <a:avLst/>
          </a:prstGeom>
          <a:noFill/>
          <a:ln>
            <a:noFill/>
          </a:ln>
        </p:spPr>
      </p:pic>
      <p:sp>
        <p:nvSpPr>
          <p:cNvPr id="198" name="Google Shape;198;p9"/>
          <p:cNvSpPr/>
          <p:nvPr/>
        </p:nvSpPr>
        <p:spPr>
          <a:xfrm>
            <a:off x="18418542" y="4131270"/>
            <a:ext cx="4011915" cy="132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199" name="Google Shape;199;p9"/>
          <p:cNvPicPr preferRelativeResize="0"/>
          <p:nvPr/>
        </p:nvPicPr>
        <p:blipFill rotWithShape="1">
          <a:blip r:embed="rId15">
            <a:alphaModFix/>
          </a:blip>
          <a:srcRect b="0" l="0" r="0" t="0"/>
          <a:stretch/>
        </p:blipFill>
        <p:spPr>
          <a:xfrm>
            <a:off x="19039184" y="4190157"/>
            <a:ext cx="2750390" cy="354558"/>
          </a:xfrm>
          <a:prstGeom prst="rect">
            <a:avLst/>
          </a:prstGeom>
          <a:noFill/>
          <a:ln>
            <a:noFill/>
          </a:ln>
        </p:spPr>
      </p:pic>
      <p:pic>
        <p:nvPicPr>
          <p:cNvPr descr=" " id="200" name="Google Shape;200;p9"/>
          <p:cNvPicPr preferRelativeResize="0"/>
          <p:nvPr/>
        </p:nvPicPr>
        <p:blipFill rotWithShape="1">
          <a:blip r:embed="rId11">
            <a:alphaModFix/>
          </a:blip>
          <a:srcRect b="0" l="0" r="0" t="0"/>
          <a:stretch/>
        </p:blipFill>
        <p:spPr>
          <a:xfrm>
            <a:off x="18533154" y="4762698"/>
            <a:ext cx="3783337" cy="606673"/>
          </a:xfrm>
          <a:prstGeom prst="rect">
            <a:avLst/>
          </a:prstGeom>
          <a:noFill/>
          <a:ln>
            <a:noFill/>
          </a:ln>
        </p:spPr>
      </p:pic>
      <p:pic>
        <p:nvPicPr>
          <p:cNvPr descr=" " id="201" name="Google Shape;201;p9"/>
          <p:cNvPicPr preferRelativeResize="0"/>
          <p:nvPr/>
        </p:nvPicPr>
        <p:blipFill rotWithShape="1">
          <a:blip r:embed="rId16">
            <a:alphaModFix/>
          </a:blip>
          <a:srcRect b="0" l="0" r="0" t="0"/>
          <a:stretch/>
        </p:blipFill>
        <p:spPr>
          <a:xfrm>
            <a:off x="0" y="6819900"/>
            <a:ext cx="24387048" cy="76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 " id="207" name="Google Shape;207;p10"/>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208" name="Google Shape;208;p10"/>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pic>
        <p:nvPicPr>
          <p:cNvPr descr=" " id="209" name="Google Shape;209;p10"/>
          <p:cNvPicPr preferRelativeResize="0"/>
          <p:nvPr/>
        </p:nvPicPr>
        <p:blipFill rotWithShape="1">
          <a:blip r:embed="rId5">
            <a:alphaModFix/>
          </a:blip>
          <a:srcRect b="0" l="0" r="0" t="0"/>
          <a:stretch/>
        </p:blipFill>
        <p:spPr>
          <a:xfrm>
            <a:off x="0" y="10971312"/>
            <a:ext cx="24387048" cy="2744688"/>
          </a:xfrm>
          <a:prstGeom prst="rect">
            <a:avLst/>
          </a:prstGeom>
          <a:noFill/>
          <a:ln>
            <a:noFill/>
          </a:ln>
        </p:spPr>
      </p:pic>
      <p:pic>
        <p:nvPicPr>
          <p:cNvPr descr=" " id="210" name="Google Shape;210;p10"/>
          <p:cNvPicPr preferRelativeResize="0"/>
          <p:nvPr/>
        </p:nvPicPr>
        <p:blipFill rotWithShape="1">
          <a:blip r:embed="rId6">
            <a:alphaModFix/>
          </a:blip>
          <a:srcRect b="0" l="0" r="0" t="0"/>
          <a:stretch/>
        </p:blipFill>
        <p:spPr>
          <a:xfrm>
            <a:off x="2565721" y="4076700"/>
            <a:ext cx="3581848" cy="800100"/>
          </a:xfrm>
          <a:prstGeom prst="rect">
            <a:avLst/>
          </a:prstGeom>
          <a:noFill/>
          <a:ln>
            <a:noFill/>
          </a:ln>
        </p:spPr>
      </p:pic>
      <p:pic>
        <p:nvPicPr>
          <p:cNvPr descr=" " id="211" name="Google Shape;211;p10"/>
          <p:cNvPicPr preferRelativeResize="0"/>
          <p:nvPr/>
        </p:nvPicPr>
        <p:blipFill rotWithShape="1">
          <a:blip r:embed="rId7">
            <a:alphaModFix/>
          </a:blip>
          <a:srcRect b="0" l="0" r="0" t="0"/>
          <a:stretch/>
        </p:blipFill>
        <p:spPr>
          <a:xfrm>
            <a:off x="10342665" y="4072136"/>
            <a:ext cx="2946768" cy="800100"/>
          </a:xfrm>
          <a:prstGeom prst="rect">
            <a:avLst/>
          </a:prstGeom>
          <a:noFill/>
          <a:ln>
            <a:noFill/>
          </a:ln>
        </p:spPr>
      </p:pic>
      <p:pic>
        <p:nvPicPr>
          <p:cNvPr descr=" " id="212" name="Google Shape;212;p10"/>
          <p:cNvPicPr preferRelativeResize="0"/>
          <p:nvPr/>
        </p:nvPicPr>
        <p:blipFill rotWithShape="1">
          <a:blip r:embed="rId8">
            <a:alphaModFix/>
          </a:blip>
          <a:srcRect b="0" l="0" r="0" t="0"/>
          <a:stretch/>
        </p:blipFill>
        <p:spPr>
          <a:xfrm>
            <a:off x="18466818" y="4072136"/>
            <a:ext cx="4077210" cy="800100"/>
          </a:xfrm>
          <a:prstGeom prst="rect">
            <a:avLst/>
          </a:prstGeom>
          <a:noFill/>
          <a:ln>
            <a:noFill/>
          </a:ln>
        </p:spPr>
      </p:pic>
      <p:pic>
        <p:nvPicPr>
          <p:cNvPr descr=" " id="213" name="Google Shape;213;p10"/>
          <p:cNvPicPr preferRelativeResize="0"/>
          <p:nvPr/>
        </p:nvPicPr>
        <p:blipFill rotWithShape="1">
          <a:blip r:embed="rId9">
            <a:alphaModFix/>
          </a:blip>
          <a:srcRect b="0" l="0" r="0" t="0"/>
          <a:stretch/>
        </p:blipFill>
        <p:spPr>
          <a:xfrm>
            <a:off x="10473749" y="2355205"/>
            <a:ext cx="2684621" cy="639116"/>
          </a:xfrm>
          <a:prstGeom prst="rect">
            <a:avLst/>
          </a:prstGeom>
          <a:noFill/>
          <a:ln>
            <a:noFill/>
          </a:ln>
        </p:spPr>
      </p:pic>
      <p:pic>
        <p:nvPicPr>
          <p:cNvPr descr=" " id="214" name="Google Shape;214;p10"/>
          <p:cNvPicPr preferRelativeResize="0"/>
          <p:nvPr/>
        </p:nvPicPr>
        <p:blipFill rotWithShape="1">
          <a:blip r:embed="rId10">
            <a:alphaModFix/>
          </a:blip>
          <a:srcRect b="0" l="0" r="0" t="0"/>
          <a:stretch/>
        </p:blipFill>
        <p:spPr>
          <a:xfrm>
            <a:off x="4356645" y="3051473"/>
            <a:ext cx="7459415" cy="968079"/>
          </a:xfrm>
          <a:prstGeom prst="rect">
            <a:avLst/>
          </a:prstGeom>
          <a:noFill/>
          <a:ln>
            <a:noFill/>
          </a:ln>
        </p:spPr>
      </p:pic>
      <p:pic>
        <p:nvPicPr>
          <p:cNvPr descr=" " id="215" name="Google Shape;215;p10"/>
          <p:cNvPicPr preferRelativeResize="0"/>
          <p:nvPr/>
        </p:nvPicPr>
        <p:blipFill rotWithShape="1">
          <a:blip r:embed="rId11">
            <a:alphaModFix/>
          </a:blip>
          <a:srcRect b="0" l="0" r="0" t="0"/>
          <a:stretch/>
        </p:blipFill>
        <p:spPr>
          <a:xfrm>
            <a:off x="11816049" y="3051473"/>
            <a:ext cx="0" cy="963515"/>
          </a:xfrm>
          <a:prstGeom prst="rect">
            <a:avLst/>
          </a:prstGeom>
          <a:noFill/>
          <a:ln>
            <a:noFill/>
          </a:ln>
        </p:spPr>
      </p:pic>
      <p:pic>
        <p:nvPicPr>
          <p:cNvPr descr=" " id="216" name="Google Shape;216;p10"/>
          <p:cNvPicPr preferRelativeResize="0"/>
          <p:nvPr/>
        </p:nvPicPr>
        <p:blipFill rotWithShape="1">
          <a:blip r:embed="rId12">
            <a:alphaModFix/>
          </a:blip>
          <a:srcRect b="0" l="0" r="0" t="0"/>
          <a:stretch/>
        </p:blipFill>
        <p:spPr>
          <a:xfrm>
            <a:off x="11816049" y="3051473"/>
            <a:ext cx="8689363" cy="963515"/>
          </a:xfrm>
          <a:prstGeom prst="rect">
            <a:avLst/>
          </a:prstGeom>
          <a:noFill/>
          <a:ln>
            <a:noFill/>
          </a:ln>
        </p:spPr>
      </p:pic>
      <p:pic>
        <p:nvPicPr>
          <p:cNvPr descr=" " id="217" name="Google Shape;217;p10"/>
          <p:cNvPicPr preferRelativeResize="0"/>
          <p:nvPr/>
        </p:nvPicPr>
        <p:blipFill rotWithShape="1">
          <a:blip r:embed="rId13">
            <a:alphaModFix/>
          </a:blip>
          <a:srcRect b="0" l="0" r="0" t="0"/>
          <a:stretch/>
        </p:blipFill>
        <p:spPr>
          <a:xfrm>
            <a:off x="1085341" y="6967736"/>
            <a:ext cx="2210076" cy="635000"/>
          </a:xfrm>
          <a:prstGeom prst="rect">
            <a:avLst/>
          </a:prstGeom>
          <a:noFill/>
          <a:ln>
            <a:noFill/>
          </a:ln>
        </p:spPr>
      </p:pic>
      <p:pic>
        <p:nvPicPr>
          <p:cNvPr descr=" " id="218" name="Google Shape;218;p10"/>
          <p:cNvPicPr preferRelativeResize="0"/>
          <p:nvPr/>
        </p:nvPicPr>
        <p:blipFill rotWithShape="1">
          <a:blip r:embed="rId14">
            <a:alphaModFix/>
          </a:blip>
          <a:srcRect b="0" l="0" r="0" t="0"/>
          <a:stretch/>
        </p:blipFill>
        <p:spPr>
          <a:xfrm>
            <a:off x="2190379" y="4933950"/>
            <a:ext cx="2166266" cy="1976636"/>
          </a:xfrm>
          <a:prstGeom prst="rect">
            <a:avLst/>
          </a:prstGeom>
          <a:noFill/>
          <a:ln>
            <a:noFill/>
          </a:ln>
        </p:spPr>
      </p:pic>
      <p:pic>
        <p:nvPicPr>
          <p:cNvPr descr=" " id="219" name="Google Shape;219;p10"/>
          <p:cNvPicPr preferRelativeResize="0"/>
          <p:nvPr/>
        </p:nvPicPr>
        <p:blipFill rotWithShape="1">
          <a:blip r:embed="rId15">
            <a:alphaModFix/>
          </a:blip>
          <a:srcRect b="0" l="0" r="0" t="0"/>
          <a:stretch/>
        </p:blipFill>
        <p:spPr>
          <a:xfrm>
            <a:off x="6528616" y="6921500"/>
            <a:ext cx="2603825" cy="774700"/>
          </a:xfrm>
          <a:prstGeom prst="rect">
            <a:avLst/>
          </a:prstGeom>
          <a:noFill/>
          <a:ln>
            <a:noFill/>
          </a:ln>
        </p:spPr>
      </p:pic>
      <p:pic>
        <p:nvPicPr>
          <p:cNvPr descr=" " id="220" name="Google Shape;220;p10"/>
          <p:cNvPicPr preferRelativeResize="0"/>
          <p:nvPr/>
        </p:nvPicPr>
        <p:blipFill rotWithShape="1">
          <a:blip r:embed="rId16">
            <a:alphaModFix/>
          </a:blip>
          <a:srcRect b="0" l="0" r="0" t="0"/>
          <a:stretch/>
        </p:blipFill>
        <p:spPr>
          <a:xfrm>
            <a:off x="4356645" y="4933950"/>
            <a:ext cx="3473884" cy="1930400"/>
          </a:xfrm>
          <a:prstGeom prst="rect">
            <a:avLst/>
          </a:prstGeom>
          <a:noFill/>
          <a:ln>
            <a:noFill/>
          </a:ln>
        </p:spPr>
      </p:pic>
      <p:pic>
        <p:nvPicPr>
          <p:cNvPr descr=" " id="221" name="Google Shape;221;p10"/>
          <p:cNvPicPr preferRelativeResize="0"/>
          <p:nvPr/>
        </p:nvPicPr>
        <p:blipFill rotWithShape="1">
          <a:blip r:embed="rId17">
            <a:alphaModFix/>
          </a:blip>
          <a:srcRect b="0" l="0" r="0" t="0"/>
          <a:stretch/>
        </p:blipFill>
        <p:spPr>
          <a:xfrm>
            <a:off x="14873311" y="6464300"/>
            <a:ext cx="5055232" cy="1016000"/>
          </a:xfrm>
          <a:prstGeom prst="rect">
            <a:avLst/>
          </a:prstGeom>
          <a:noFill/>
          <a:ln>
            <a:noFill/>
          </a:ln>
        </p:spPr>
      </p:pic>
      <p:pic>
        <p:nvPicPr>
          <p:cNvPr descr=" " id="222" name="Google Shape;222;p10"/>
          <p:cNvPicPr preferRelativeResize="0"/>
          <p:nvPr/>
        </p:nvPicPr>
        <p:blipFill rotWithShape="1">
          <a:blip r:embed="rId18">
            <a:alphaModFix/>
          </a:blip>
          <a:srcRect b="0" l="0" r="0" t="0"/>
          <a:stretch/>
        </p:blipFill>
        <p:spPr>
          <a:xfrm>
            <a:off x="17400927" y="4929386"/>
            <a:ext cx="3104496" cy="1477764"/>
          </a:xfrm>
          <a:prstGeom prst="rect">
            <a:avLst/>
          </a:prstGeom>
          <a:noFill/>
          <a:ln>
            <a:noFill/>
          </a:ln>
        </p:spPr>
      </p:pic>
      <p:pic>
        <p:nvPicPr>
          <p:cNvPr descr=" " id="223" name="Google Shape;223;p10"/>
          <p:cNvPicPr preferRelativeResize="0"/>
          <p:nvPr/>
        </p:nvPicPr>
        <p:blipFill rotWithShape="1">
          <a:blip r:embed="rId19">
            <a:alphaModFix/>
          </a:blip>
          <a:srcRect b="0" l="0" r="0" t="0"/>
          <a:stretch/>
        </p:blipFill>
        <p:spPr>
          <a:xfrm>
            <a:off x="21128446" y="6627068"/>
            <a:ext cx="2173265" cy="639116"/>
          </a:xfrm>
          <a:prstGeom prst="rect">
            <a:avLst/>
          </a:prstGeom>
          <a:noFill/>
          <a:ln>
            <a:noFill/>
          </a:ln>
        </p:spPr>
      </p:pic>
      <p:pic>
        <p:nvPicPr>
          <p:cNvPr descr=" " id="224" name="Google Shape;224;p10"/>
          <p:cNvPicPr preferRelativeResize="0"/>
          <p:nvPr/>
        </p:nvPicPr>
        <p:blipFill rotWithShape="1">
          <a:blip r:embed="rId20">
            <a:alphaModFix/>
          </a:blip>
          <a:srcRect b="0" l="0" r="0" t="0"/>
          <a:stretch/>
        </p:blipFill>
        <p:spPr>
          <a:xfrm>
            <a:off x="19985700" y="6947843"/>
            <a:ext cx="1085615" cy="23228"/>
          </a:xfrm>
          <a:prstGeom prst="rect">
            <a:avLst/>
          </a:prstGeom>
          <a:noFill/>
          <a:ln>
            <a:noFill/>
          </a:ln>
        </p:spPr>
      </p:pic>
      <p:pic>
        <p:nvPicPr>
          <p:cNvPr descr=" " id="225" name="Google Shape;225;p10"/>
          <p:cNvPicPr preferRelativeResize="0"/>
          <p:nvPr/>
        </p:nvPicPr>
        <p:blipFill rotWithShape="1">
          <a:blip r:embed="rId21">
            <a:alphaModFix/>
          </a:blip>
          <a:srcRect b="0" l="0" r="0" t="0"/>
          <a:stretch/>
        </p:blipFill>
        <p:spPr>
          <a:xfrm>
            <a:off x="9989898" y="7340600"/>
            <a:ext cx="3683460" cy="787400"/>
          </a:xfrm>
          <a:prstGeom prst="rect">
            <a:avLst/>
          </a:prstGeom>
          <a:noFill/>
          <a:ln>
            <a:noFill/>
          </a:ln>
        </p:spPr>
      </p:pic>
      <p:pic>
        <p:nvPicPr>
          <p:cNvPr descr=" " id="226" name="Google Shape;226;p10"/>
          <p:cNvPicPr preferRelativeResize="0"/>
          <p:nvPr/>
        </p:nvPicPr>
        <p:blipFill rotWithShape="1">
          <a:blip r:embed="rId22">
            <a:alphaModFix/>
          </a:blip>
          <a:srcRect b="0" l="0" r="0" t="0"/>
          <a:stretch/>
        </p:blipFill>
        <p:spPr>
          <a:xfrm>
            <a:off x="11816396" y="4929386"/>
            <a:ext cx="14858" cy="2354066"/>
          </a:xfrm>
          <a:prstGeom prst="rect">
            <a:avLst/>
          </a:prstGeom>
          <a:noFill/>
          <a:ln>
            <a:noFill/>
          </a:ln>
        </p:spPr>
      </p:pic>
      <p:pic>
        <p:nvPicPr>
          <p:cNvPr descr=" " id="227" name="Google Shape;227;p10"/>
          <p:cNvPicPr preferRelativeResize="0"/>
          <p:nvPr/>
        </p:nvPicPr>
        <p:blipFill rotWithShape="1">
          <a:blip r:embed="rId23">
            <a:alphaModFix/>
          </a:blip>
          <a:srcRect b="0" l="0" r="0" t="0"/>
          <a:stretch/>
        </p:blipFill>
        <p:spPr>
          <a:xfrm>
            <a:off x="10602849" y="8969375"/>
            <a:ext cx="2428943" cy="766939"/>
          </a:xfrm>
          <a:prstGeom prst="rect">
            <a:avLst/>
          </a:prstGeom>
          <a:noFill/>
          <a:ln>
            <a:noFill/>
          </a:ln>
        </p:spPr>
      </p:pic>
      <p:pic>
        <p:nvPicPr>
          <p:cNvPr descr=" " id="228" name="Google Shape;228;p10"/>
          <p:cNvPicPr preferRelativeResize="0"/>
          <p:nvPr/>
        </p:nvPicPr>
        <p:blipFill rotWithShape="1">
          <a:blip r:embed="rId24">
            <a:alphaModFix/>
          </a:blip>
          <a:srcRect b="0" l="0" r="0" t="0"/>
          <a:stretch/>
        </p:blipFill>
        <p:spPr>
          <a:xfrm>
            <a:off x="11818281" y="8185150"/>
            <a:ext cx="12365" cy="727091"/>
          </a:xfrm>
          <a:prstGeom prst="rect">
            <a:avLst/>
          </a:prstGeom>
          <a:noFill/>
          <a:ln>
            <a:noFill/>
          </a:ln>
        </p:spPr>
      </p:pic>
      <p:pic>
        <p:nvPicPr>
          <p:cNvPr descr=" " id="229" name="Google Shape;229;p10"/>
          <p:cNvPicPr preferRelativeResize="0"/>
          <p:nvPr/>
        </p:nvPicPr>
        <p:blipFill rotWithShape="1">
          <a:blip r:embed="rId25">
            <a:alphaModFix/>
          </a:blip>
          <a:srcRect b="0" l="0" r="0" t="0"/>
          <a:stretch/>
        </p:blipFill>
        <p:spPr>
          <a:xfrm>
            <a:off x="3816182" y="8819803"/>
            <a:ext cx="2428943" cy="766939"/>
          </a:xfrm>
          <a:prstGeom prst="rect">
            <a:avLst/>
          </a:prstGeom>
          <a:noFill/>
          <a:ln>
            <a:noFill/>
          </a:ln>
        </p:spPr>
      </p:pic>
      <p:pic>
        <p:nvPicPr>
          <p:cNvPr descr=" " id="230" name="Google Shape;230;p10"/>
          <p:cNvPicPr preferRelativeResize="0"/>
          <p:nvPr/>
        </p:nvPicPr>
        <p:blipFill rotWithShape="1">
          <a:blip r:embed="rId26">
            <a:alphaModFix/>
          </a:blip>
          <a:srcRect b="0" l="0" r="0" t="0"/>
          <a:stretch/>
        </p:blipFill>
        <p:spPr>
          <a:xfrm>
            <a:off x="2190379" y="7659886"/>
            <a:ext cx="2840275" cy="1102767"/>
          </a:xfrm>
          <a:prstGeom prst="rect">
            <a:avLst/>
          </a:prstGeom>
          <a:noFill/>
          <a:ln>
            <a:noFill/>
          </a:ln>
        </p:spPr>
      </p:pic>
      <p:pic>
        <p:nvPicPr>
          <p:cNvPr descr=" " id="231" name="Google Shape;231;p10"/>
          <p:cNvPicPr preferRelativeResize="0"/>
          <p:nvPr/>
        </p:nvPicPr>
        <p:blipFill rotWithShape="1">
          <a:blip r:embed="rId27">
            <a:alphaModFix/>
          </a:blip>
          <a:srcRect b="0" l="0" r="0" t="0"/>
          <a:stretch/>
        </p:blipFill>
        <p:spPr>
          <a:xfrm>
            <a:off x="5030672" y="7753350"/>
            <a:ext cx="2799875" cy="1009303"/>
          </a:xfrm>
          <a:prstGeom prst="rect">
            <a:avLst/>
          </a:prstGeom>
          <a:noFill/>
          <a:ln>
            <a:noFill/>
          </a:ln>
        </p:spPr>
      </p:pic>
      <p:pic>
        <p:nvPicPr>
          <p:cNvPr descr=" " id="232" name="Google Shape;232;p10"/>
          <p:cNvPicPr preferRelativeResize="0"/>
          <p:nvPr/>
        </p:nvPicPr>
        <p:blipFill rotWithShape="1">
          <a:blip r:embed="rId28">
            <a:alphaModFix/>
          </a:blip>
          <a:srcRect b="0" l="0" r="0" t="0"/>
          <a:stretch/>
        </p:blipFill>
        <p:spPr>
          <a:xfrm>
            <a:off x="3595343" y="10168136"/>
            <a:ext cx="2870559" cy="762000"/>
          </a:xfrm>
          <a:prstGeom prst="rect">
            <a:avLst/>
          </a:prstGeom>
          <a:noFill/>
          <a:ln>
            <a:noFill/>
          </a:ln>
        </p:spPr>
      </p:pic>
      <p:pic>
        <p:nvPicPr>
          <p:cNvPr descr=" " id="233" name="Google Shape;233;p10"/>
          <p:cNvPicPr preferRelativeResize="0"/>
          <p:nvPr/>
        </p:nvPicPr>
        <p:blipFill rotWithShape="1">
          <a:blip r:embed="rId29">
            <a:alphaModFix/>
          </a:blip>
          <a:srcRect b="0" l="0" r="0" t="0"/>
          <a:stretch/>
        </p:blipFill>
        <p:spPr>
          <a:xfrm>
            <a:off x="5030622" y="9643914"/>
            <a:ext cx="0" cy="467092"/>
          </a:xfrm>
          <a:prstGeom prst="rect">
            <a:avLst/>
          </a:prstGeom>
          <a:noFill/>
          <a:ln>
            <a:noFill/>
          </a:ln>
        </p:spPr>
      </p:pic>
      <p:pic>
        <p:nvPicPr>
          <p:cNvPr descr=" " id="234" name="Google Shape;234;p10"/>
          <p:cNvPicPr preferRelativeResize="0"/>
          <p:nvPr/>
        </p:nvPicPr>
        <p:blipFill rotWithShape="1">
          <a:blip r:embed="rId30">
            <a:alphaModFix/>
          </a:blip>
          <a:srcRect b="0" l="0" r="0" t="0"/>
          <a:stretch/>
        </p:blipFill>
        <p:spPr>
          <a:xfrm>
            <a:off x="18016557" y="9248775"/>
            <a:ext cx="2489511" cy="736600"/>
          </a:xfrm>
          <a:prstGeom prst="rect">
            <a:avLst/>
          </a:prstGeom>
          <a:noFill/>
          <a:ln>
            <a:noFill/>
          </a:ln>
        </p:spPr>
      </p:pic>
      <p:pic>
        <p:nvPicPr>
          <p:cNvPr descr=" " id="235" name="Google Shape;235;p10"/>
          <p:cNvPicPr preferRelativeResize="0"/>
          <p:nvPr/>
        </p:nvPicPr>
        <p:blipFill rotWithShape="1">
          <a:blip r:embed="rId31">
            <a:alphaModFix/>
          </a:blip>
          <a:srcRect b="0" l="0" r="0" t="0"/>
          <a:stretch/>
        </p:blipFill>
        <p:spPr>
          <a:xfrm>
            <a:off x="19261312" y="7323336"/>
            <a:ext cx="2953766" cy="1868291"/>
          </a:xfrm>
          <a:prstGeom prst="rect">
            <a:avLst/>
          </a:prstGeom>
          <a:noFill/>
          <a:ln>
            <a:noFill/>
          </a:ln>
        </p:spPr>
      </p:pic>
      <p:pic>
        <p:nvPicPr>
          <p:cNvPr descr=" " id="236" name="Google Shape;236;p10"/>
          <p:cNvPicPr preferRelativeResize="0"/>
          <p:nvPr/>
        </p:nvPicPr>
        <p:blipFill rotWithShape="1">
          <a:blip r:embed="rId32">
            <a:alphaModFix/>
          </a:blip>
          <a:srcRect b="0" l="0" r="0" t="0"/>
          <a:stretch/>
        </p:blipFill>
        <p:spPr>
          <a:xfrm>
            <a:off x="9766677" y="929481"/>
            <a:ext cx="4864658" cy="758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pic>
        <p:nvPicPr>
          <p:cNvPr descr=" " id="242" name="Google Shape;242;p11"/>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243" name="Google Shape;243;p11"/>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pic>
        <p:nvPicPr>
          <p:cNvPr descr=" " id="244" name="Google Shape;244;p11"/>
          <p:cNvPicPr preferRelativeResize="0"/>
          <p:nvPr/>
        </p:nvPicPr>
        <p:blipFill rotWithShape="1">
          <a:blip r:embed="rId5">
            <a:alphaModFix/>
          </a:blip>
          <a:srcRect b="0" l="0" r="0" t="0"/>
          <a:stretch/>
        </p:blipFill>
        <p:spPr>
          <a:xfrm>
            <a:off x="0" y="10971312"/>
            <a:ext cx="24387048" cy="2744688"/>
          </a:xfrm>
          <a:prstGeom prst="rect">
            <a:avLst/>
          </a:prstGeom>
          <a:noFill/>
          <a:ln>
            <a:noFill/>
          </a:ln>
        </p:spPr>
      </p:pic>
      <p:pic>
        <p:nvPicPr>
          <p:cNvPr descr=" " id="245" name="Google Shape;245;p11"/>
          <p:cNvPicPr preferRelativeResize="0"/>
          <p:nvPr/>
        </p:nvPicPr>
        <p:blipFill rotWithShape="1">
          <a:blip r:embed="rId6">
            <a:alphaModFix/>
          </a:blip>
          <a:srcRect b="0" l="0" r="0" t="0"/>
          <a:stretch/>
        </p:blipFill>
        <p:spPr>
          <a:xfrm>
            <a:off x="4695569" y="2649389"/>
            <a:ext cx="14995861" cy="7700665"/>
          </a:xfrm>
          <a:prstGeom prst="rect">
            <a:avLst/>
          </a:prstGeom>
          <a:noFill/>
          <a:ln>
            <a:noFill/>
          </a:ln>
        </p:spPr>
      </p:pic>
      <p:pic>
        <p:nvPicPr>
          <p:cNvPr descr=" " id="246" name="Google Shape;246;p11"/>
          <p:cNvPicPr preferRelativeResize="0"/>
          <p:nvPr/>
        </p:nvPicPr>
        <p:blipFill rotWithShape="1">
          <a:blip r:embed="rId7">
            <a:alphaModFix/>
          </a:blip>
          <a:srcRect b="0" l="0" r="0" t="0"/>
          <a:stretch/>
        </p:blipFill>
        <p:spPr>
          <a:xfrm>
            <a:off x="6961413" y="1134368"/>
            <a:ext cx="10464421" cy="9490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pic>
        <p:nvPicPr>
          <p:cNvPr descr=" " id="252" name="Google Shape;252;p12"/>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253" name="Google Shape;253;p12"/>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254" name="Google Shape;254;p12"/>
          <p:cNvSpPr/>
          <p:nvPr/>
        </p:nvSpPr>
        <p:spPr>
          <a:xfrm>
            <a:off x="1346368" y="0"/>
            <a:ext cx="1447981" cy="68975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255" name="Google Shape;255;p12"/>
          <p:cNvPicPr preferRelativeResize="0"/>
          <p:nvPr/>
        </p:nvPicPr>
        <p:blipFill rotWithShape="1">
          <a:blip r:embed="rId5">
            <a:alphaModFix/>
          </a:blip>
          <a:srcRect b="0" l="0" r="0" t="0"/>
          <a:stretch/>
        </p:blipFill>
        <p:spPr>
          <a:xfrm>
            <a:off x="1346368" y="0"/>
            <a:ext cx="1445956" cy="7488287"/>
          </a:xfrm>
          <a:prstGeom prst="rect">
            <a:avLst/>
          </a:prstGeom>
          <a:noFill/>
          <a:ln>
            <a:noFill/>
          </a:ln>
        </p:spPr>
      </p:pic>
      <p:pic>
        <p:nvPicPr>
          <p:cNvPr descr=" " id="256" name="Google Shape;256;p12"/>
          <p:cNvPicPr preferRelativeResize="0"/>
          <p:nvPr/>
        </p:nvPicPr>
        <p:blipFill rotWithShape="1">
          <a:blip r:embed="rId6">
            <a:alphaModFix/>
          </a:blip>
          <a:srcRect b="0" l="0" r="0" t="0"/>
          <a:stretch/>
        </p:blipFill>
        <p:spPr>
          <a:xfrm>
            <a:off x="2243864" y="2650579"/>
            <a:ext cx="213992" cy="213965"/>
          </a:xfrm>
          <a:prstGeom prst="rect">
            <a:avLst/>
          </a:prstGeom>
          <a:noFill/>
          <a:ln>
            <a:noFill/>
          </a:ln>
        </p:spPr>
      </p:pic>
      <p:pic>
        <p:nvPicPr>
          <p:cNvPr descr=" " id="257" name="Google Shape;257;p12"/>
          <p:cNvPicPr preferRelativeResize="0"/>
          <p:nvPr/>
        </p:nvPicPr>
        <p:blipFill rotWithShape="1">
          <a:blip r:embed="rId7">
            <a:alphaModFix/>
          </a:blip>
          <a:srcRect b="0" l="0" r="0" t="0"/>
          <a:stretch/>
        </p:blipFill>
        <p:spPr>
          <a:xfrm>
            <a:off x="2243864" y="2650530"/>
            <a:ext cx="213992" cy="213965"/>
          </a:xfrm>
          <a:prstGeom prst="rect">
            <a:avLst/>
          </a:prstGeom>
          <a:noFill/>
          <a:ln>
            <a:noFill/>
          </a:ln>
        </p:spPr>
      </p:pic>
      <p:pic>
        <p:nvPicPr>
          <p:cNvPr descr=" " id="258" name="Google Shape;258;p12"/>
          <p:cNvPicPr preferRelativeResize="0"/>
          <p:nvPr/>
        </p:nvPicPr>
        <p:blipFill rotWithShape="1">
          <a:blip r:embed="rId8">
            <a:alphaModFix/>
          </a:blip>
          <a:srcRect b="0" l="0" r="0" t="0"/>
          <a:stretch/>
        </p:blipFill>
        <p:spPr>
          <a:xfrm>
            <a:off x="1350635" y="0"/>
            <a:ext cx="64848" cy="13716000"/>
          </a:xfrm>
          <a:prstGeom prst="rect">
            <a:avLst/>
          </a:prstGeom>
          <a:noFill/>
          <a:ln>
            <a:noFill/>
          </a:ln>
        </p:spPr>
      </p:pic>
      <p:sp>
        <p:nvSpPr>
          <p:cNvPr id="259" name="Google Shape;259;p12"/>
          <p:cNvSpPr/>
          <p:nvPr/>
        </p:nvSpPr>
        <p:spPr>
          <a:xfrm>
            <a:off x="2793357" y="1651000"/>
            <a:ext cx="18867030" cy="81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260" name="Google Shape;260;p12"/>
          <p:cNvPicPr preferRelativeResize="0"/>
          <p:nvPr/>
        </p:nvPicPr>
        <p:blipFill rotWithShape="1">
          <a:blip r:embed="rId9">
            <a:alphaModFix/>
          </a:blip>
          <a:srcRect b="0" l="0" r="0" t="0"/>
          <a:stretch/>
        </p:blipFill>
        <p:spPr>
          <a:xfrm>
            <a:off x="2791620" y="1882428"/>
            <a:ext cx="18499217" cy="7953177"/>
          </a:xfrm>
          <a:prstGeom prst="rect">
            <a:avLst/>
          </a:prstGeom>
          <a:noFill/>
          <a:ln>
            <a:noFill/>
          </a:ln>
        </p:spPr>
      </p:pic>
      <p:pic>
        <p:nvPicPr>
          <p:cNvPr descr=" " id="261" name="Google Shape;261;p12"/>
          <p:cNvPicPr preferRelativeResize="0"/>
          <p:nvPr/>
        </p:nvPicPr>
        <p:blipFill rotWithShape="1">
          <a:blip r:embed="rId10">
            <a:alphaModFix/>
          </a:blip>
          <a:srcRect b="0" l="0" r="0" t="0"/>
          <a:stretch/>
        </p:blipFill>
        <p:spPr>
          <a:xfrm>
            <a:off x="0" y="10976074"/>
            <a:ext cx="24387048" cy="27399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pic>
        <p:nvPicPr>
          <p:cNvPr descr=" " id="267" name="Google Shape;267;p13"/>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268" name="Google Shape;268;p13"/>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269" name="Google Shape;269;p13"/>
          <p:cNvSpPr/>
          <p:nvPr/>
        </p:nvSpPr>
        <p:spPr>
          <a:xfrm>
            <a:off x="1346368" y="0"/>
            <a:ext cx="1447981" cy="640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270" name="Google Shape;270;p13"/>
          <p:cNvPicPr preferRelativeResize="0"/>
          <p:nvPr/>
        </p:nvPicPr>
        <p:blipFill rotWithShape="1">
          <a:blip r:embed="rId5">
            <a:alphaModFix/>
          </a:blip>
          <a:srcRect b="0" l="0" r="0" t="0"/>
          <a:stretch/>
        </p:blipFill>
        <p:spPr>
          <a:xfrm>
            <a:off x="1346368" y="0"/>
            <a:ext cx="1447981" cy="7239000"/>
          </a:xfrm>
          <a:prstGeom prst="rect">
            <a:avLst/>
          </a:prstGeom>
          <a:noFill/>
          <a:ln>
            <a:noFill/>
          </a:ln>
        </p:spPr>
      </p:pic>
      <p:pic>
        <p:nvPicPr>
          <p:cNvPr descr=" " id="271" name="Google Shape;271;p13"/>
          <p:cNvPicPr preferRelativeResize="0"/>
          <p:nvPr/>
        </p:nvPicPr>
        <p:blipFill rotWithShape="1">
          <a:blip r:embed="rId6">
            <a:alphaModFix/>
          </a:blip>
          <a:srcRect b="0" l="0" r="0" t="0"/>
          <a:stretch/>
        </p:blipFill>
        <p:spPr>
          <a:xfrm>
            <a:off x="2245105" y="2247900"/>
            <a:ext cx="214290" cy="192187"/>
          </a:xfrm>
          <a:prstGeom prst="rect">
            <a:avLst/>
          </a:prstGeom>
          <a:noFill/>
          <a:ln>
            <a:noFill/>
          </a:ln>
        </p:spPr>
      </p:pic>
      <p:pic>
        <p:nvPicPr>
          <p:cNvPr descr=" " id="272" name="Google Shape;272;p13"/>
          <p:cNvPicPr preferRelativeResize="0"/>
          <p:nvPr/>
        </p:nvPicPr>
        <p:blipFill rotWithShape="1">
          <a:blip r:embed="rId7">
            <a:alphaModFix/>
          </a:blip>
          <a:srcRect b="0" l="0" r="0" t="0"/>
          <a:stretch/>
        </p:blipFill>
        <p:spPr>
          <a:xfrm>
            <a:off x="2245154" y="2245320"/>
            <a:ext cx="214190" cy="197247"/>
          </a:xfrm>
          <a:prstGeom prst="rect">
            <a:avLst/>
          </a:prstGeom>
          <a:noFill/>
          <a:ln>
            <a:noFill/>
          </a:ln>
        </p:spPr>
      </p:pic>
      <p:pic>
        <p:nvPicPr>
          <p:cNvPr descr=" " id="273" name="Google Shape;273;p13"/>
          <p:cNvPicPr preferRelativeResize="0"/>
          <p:nvPr/>
        </p:nvPicPr>
        <p:blipFill rotWithShape="1">
          <a:blip r:embed="rId8">
            <a:alphaModFix/>
          </a:blip>
          <a:srcRect b="0" l="0" r="0" t="0"/>
          <a:stretch/>
        </p:blipFill>
        <p:spPr>
          <a:xfrm>
            <a:off x="1346368" y="0"/>
            <a:ext cx="63508" cy="13716000"/>
          </a:xfrm>
          <a:prstGeom prst="rect">
            <a:avLst/>
          </a:prstGeom>
          <a:noFill/>
          <a:ln>
            <a:noFill/>
          </a:ln>
        </p:spPr>
      </p:pic>
      <p:pic>
        <p:nvPicPr>
          <p:cNvPr descr=" " id="274" name="Google Shape;274;p13"/>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sp>
        <p:nvSpPr>
          <p:cNvPr id="275" name="Google Shape;275;p13"/>
          <p:cNvSpPr/>
          <p:nvPr/>
        </p:nvSpPr>
        <p:spPr>
          <a:xfrm>
            <a:off x="2794349" y="3683000"/>
            <a:ext cx="18264883" cy="652816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276" name="Google Shape;276;p13"/>
          <p:cNvPicPr preferRelativeResize="0"/>
          <p:nvPr/>
        </p:nvPicPr>
        <p:blipFill rotWithShape="1">
          <a:blip r:embed="rId10">
            <a:alphaModFix/>
          </a:blip>
          <a:srcRect b="0" l="0" r="0" t="0"/>
          <a:stretch/>
        </p:blipFill>
        <p:spPr>
          <a:xfrm>
            <a:off x="2794349" y="3683000"/>
            <a:ext cx="8694441" cy="2991048"/>
          </a:xfrm>
          <a:prstGeom prst="rect">
            <a:avLst/>
          </a:prstGeom>
          <a:noFill/>
          <a:ln>
            <a:noFill/>
          </a:ln>
        </p:spPr>
      </p:pic>
      <p:sp>
        <p:nvSpPr>
          <p:cNvPr id="277" name="Google Shape;277;p13"/>
          <p:cNvSpPr/>
          <p:nvPr/>
        </p:nvSpPr>
        <p:spPr>
          <a:xfrm>
            <a:off x="3308416" y="4208661"/>
            <a:ext cx="7666354"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3308416" y="4208661"/>
            <a:ext cx="489508" cy="489447"/>
          </a:xfrm>
          <a:prstGeom prst="roundRect">
            <a:avLst>
              <a:gd fmla="val 1681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3348704" y="4284018"/>
            <a:ext cx="515272" cy="439007"/>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a:t>
            </a:r>
            <a:endParaRPr b="0" i="0" sz="2270" u="none" cap="none" strike="noStrike">
              <a:solidFill>
                <a:schemeClr val="dk1"/>
              </a:solidFill>
              <a:latin typeface="Calibri"/>
              <a:ea typeface="Calibri"/>
              <a:cs typeface="Calibri"/>
              <a:sym typeface="Calibri"/>
            </a:endParaRPr>
          </a:p>
        </p:txBody>
      </p:sp>
      <p:sp>
        <p:nvSpPr>
          <p:cNvPr id="280" name="Google Shape;280;p13"/>
          <p:cNvSpPr/>
          <p:nvPr/>
        </p:nvSpPr>
        <p:spPr>
          <a:xfrm>
            <a:off x="4043273" y="4208661"/>
            <a:ext cx="6931507"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3980427" y="4208661"/>
            <a:ext cx="1827704" cy="570176"/>
          </a:xfrm>
          <a:prstGeom prst="rect">
            <a:avLst/>
          </a:prstGeom>
          <a:noFill/>
          <a:ln>
            <a:noFill/>
          </a:ln>
        </p:spPr>
        <p:txBody>
          <a:bodyPr anchorCtr="0" anchor="t" bIns="0" lIns="0" spcFirstLastPara="1" rIns="0" wrap="square" tIns="0">
            <a:noAutofit/>
          </a:bodyPr>
          <a:lstStyle/>
          <a:p>
            <a:pPr indent="0" lvl="0" marL="0" marR="0" rtl="0" algn="ctr">
              <a:lnSpc>
                <a:spcPct val="114584"/>
              </a:lnSpc>
              <a:spcBef>
                <a:spcPts val="0"/>
              </a:spcBef>
              <a:spcAft>
                <a:spcPts val="0"/>
              </a:spcAft>
              <a:buClr>
                <a:srgbClr val="FFFFFF"/>
              </a:buClr>
              <a:buSzPts val="2969"/>
              <a:buFont typeface="Arial"/>
              <a:buNone/>
            </a:pPr>
            <a:r>
              <a:rPr b="0" i="0" lang="en-US" sz="2969" u="none" cap="none" strike="noStrike">
                <a:solidFill>
                  <a:srgbClr val="FFFFFF"/>
                </a:solidFill>
                <a:latin typeface="Arial"/>
                <a:ea typeface="Arial"/>
                <a:cs typeface="Arial"/>
                <a:sym typeface="Arial"/>
              </a:rPr>
              <a:t>Heading 1</a:t>
            </a:r>
            <a:endParaRPr b="0" i="0" sz="2969" u="none" cap="none" strike="noStrike">
              <a:solidFill>
                <a:schemeClr val="dk1"/>
              </a:solidFill>
              <a:latin typeface="Calibri"/>
              <a:ea typeface="Calibri"/>
              <a:cs typeface="Calibri"/>
              <a:sym typeface="Calibri"/>
            </a:endParaRPr>
          </a:p>
        </p:txBody>
      </p:sp>
      <p:sp>
        <p:nvSpPr>
          <p:cNvPr id="282" name="Google Shape;282;p13"/>
          <p:cNvSpPr/>
          <p:nvPr/>
        </p:nvSpPr>
        <p:spPr>
          <a:xfrm>
            <a:off x="4043273" y="4734917"/>
            <a:ext cx="7027626" cy="1509550"/>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270" u="none" cap="none" strike="noStrike">
              <a:solidFill>
                <a:schemeClr val="dk1"/>
              </a:solidFill>
              <a:latin typeface="Calibri"/>
              <a:ea typeface="Calibri"/>
              <a:cs typeface="Calibri"/>
              <a:sym typeface="Calibri"/>
            </a:endParaRPr>
          </a:p>
        </p:txBody>
      </p:sp>
      <p:pic>
        <p:nvPicPr>
          <p:cNvPr descr=" " id="283" name="Google Shape;283;p13"/>
          <p:cNvPicPr preferRelativeResize="0"/>
          <p:nvPr/>
        </p:nvPicPr>
        <p:blipFill rotWithShape="1">
          <a:blip r:embed="rId10">
            <a:alphaModFix/>
          </a:blip>
          <a:srcRect b="0" l="0" r="0" t="0"/>
          <a:stretch/>
        </p:blipFill>
        <p:spPr>
          <a:xfrm>
            <a:off x="12352492" y="3683000"/>
            <a:ext cx="8694441" cy="2991048"/>
          </a:xfrm>
          <a:prstGeom prst="rect">
            <a:avLst/>
          </a:prstGeom>
          <a:noFill/>
          <a:ln>
            <a:noFill/>
          </a:ln>
        </p:spPr>
      </p:pic>
      <p:sp>
        <p:nvSpPr>
          <p:cNvPr id="284" name="Google Shape;284;p13"/>
          <p:cNvSpPr/>
          <p:nvPr/>
        </p:nvSpPr>
        <p:spPr>
          <a:xfrm>
            <a:off x="12866559" y="4208661"/>
            <a:ext cx="7666354"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12866559" y="4208661"/>
            <a:ext cx="489508" cy="489447"/>
          </a:xfrm>
          <a:prstGeom prst="roundRect">
            <a:avLst>
              <a:gd fmla="val 1681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12906847" y="4284018"/>
            <a:ext cx="515272" cy="439007"/>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a:t>
            </a:r>
            <a:endParaRPr b="0" i="0" sz="2270" u="none" cap="none" strike="noStrike">
              <a:solidFill>
                <a:schemeClr val="dk1"/>
              </a:solidFill>
              <a:latin typeface="Calibri"/>
              <a:ea typeface="Calibri"/>
              <a:cs typeface="Calibri"/>
              <a:sym typeface="Calibri"/>
            </a:endParaRPr>
          </a:p>
        </p:txBody>
      </p:sp>
      <p:sp>
        <p:nvSpPr>
          <p:cNvPr id="287" name="Google Shape;287;p13"/>
          <p:cNvSpPr/>
          <p:nvPr/>
        </p:nvSpPr>
        <p:spPr>
          <a:xfrm>
            <a:off x="13601416" y="4208661"/>
            <a:ext cx="6931507"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p:nvPr/>
        </p:nvSpPr>
        <p:spPr>
          <a:xfrm>
            <a:off x="13538570" y="4208661"/>
            <a:ext cx="1903914" cy="570176"/>
          </a:xfrm>
          <a:prstGeom prst="rect">
            <a:avLst/>
          </a:prstGeom>
          <a:noFill/>
          <a:ln>
            <a:noFill/>
          </a:ln>
        </p:spPr>
        <p:txBody>
          <a:bodyPr anchorCtr="0" anchor="t" bIns="0" lIns="0" spcFirstLastPara="1" rIns="0" wrap="square" tIns="0">
            <a:noAutofit/>
          </a:bodyPr>
          <a:lstStyle/>
          <a:p>
            <a:pPr indent="0" lvl="0" marL="0" marR="0" rtl="0" algn="ctr">
              <a:lnSpc>
                <a:spcPct val="114584"/>
              </a:lnSpc>
              <a:spcBef>
                <a:spcPts val="0"/>
              </a:spcBef>
              <a:spcAft>
                <a:spcPts val="0"/>
              </a:spcAft>
              <a:buClr>
                <a:srgbClr val="FFFFFF"/>
              </a:buClr>
              <a:buSzPts val="2969"/>
              <a:buFont typeface="Arial"/>
              <a:buNone/>
            </a:pPr>
            <a:r>
              <a:rPr b="0" i="0" lang="en-US" sz="2969" u="none" cap="none" strike="noStrike">
                <a:solidFill>
                  <a:srgbClr val="FFFFFF"/>
                </a:solidFill>
                <a:latin typeface="Arial"/>
                <a:ea typeface="Arial"/>
                <a:cs typeface="Arial"/>
                <a:sym typeface="Arial"/>
              </a:rPr>
              <a:t>Heading 2</a:t>
            </a:r>
            <a:endParaRPr b="0" i="0" sz="2969" u="none" cap="none" strike="noStrike">
              <a:solidFill>
                <a:schemeClr val="dk1"/>
              </a:solidFill>
              <a:latin typeface="Calibri"/>
              <a:ea typeface="Calibri"/>
              <a:cs typeface="Calibri"/>
              <a:sym typeface="Calibri"/>
            </a:endParaRPr>
          </a:p>
        </p:txBody>
      </p:sp>
      <p:sp>
        <p:nvSpPr>
          <p:cNvPr id="289" name="Google Shape;289;p13"/>
          <p:cNvSpPr/>
          <p:nvPr/>
        </p:nvSpPr>
        <p:spPr>
          <a:xfrm>
            <a:off x="13601416" y="4734917"/>
            <a:ext cx="7027626" cy="1509550"/>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270" u="none" cap="none" strike="noStrike">
              <a:solidFill>
                <a:schemeClr val="dk1"/>
              </a:solidFill>
              <a:latin typeface="Calibri"/>
              <a:ea typeface="Calibri"/>
              <a:cs typeface="Calibri"/>
              <a:sym typeface="Calibri"/>
            </a:endParaRPr>
          </a:p>
        </p:txBody>
      </p:sp>
      <p:pic>
        <p:nvPicPr>
          <p:cNvPr descr=" " id="290" name="Google Shape;290;p13"/>
          <p:cNvPicPr preferRelativeResize="0"/>
          <p:nvPr/>
        </p:nvPicPr>
        <p:blipFill rotWithShape="1">
          <a:blip r:embed="rId10">
            <a:alphaModFix/>
          </a:blip>
          <a:srcRect b="0" l="0" r="0" t="0"/>
          <a:stretch/>
        </p:blipFill>
        <p:spPr>
          <a:xfrm>
            <a:off x="2794349" y="7220148"/>
            <a:ext cx="8694441" cy="2991048"/>
          </a:xfrm>
          <a:prstGeom prst="rect">
            <a:avLst/>
          </a:prstGeom>
          <a:noFill/>
          <a:ln>
            <a:noFill/>
          </a:ln>
        </p:spPr>
      </p:pic>
      <p:sp>
        <p:nvSpPr>
          <p:cNvPr id="291" name="Google Shape;291;p13"/>
          <p:cNvSpPr/>
          <p:nvPr/>
        </p:nvSpPr>
        <p:spPr>
          <a:xfrm>
            <a:off x="3308416" y="7745809"/>
            <a:ext cx="7666354"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3308416" y="7745809"/>
            <a:ext cx="489508" cy="489447"/>
          </a:xfrm>
          <a:prstGeom prst="roundRect">
            <a:avLst>
              <a:gd fmla="val 1681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3348704" y="7821166"/>
            <a:ext cx="515272" cy="439007"/>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a:t>
            </a:r>
            <a:endParaRPr b="0" i="0" sz="2270" u="none" cap="none" strike="noStrike">
              <a:solidFill>
                <a:schemeClr val="dk1"/>
              </a:solidFill>
              <a:latin typeface="Calibri"/>
              <a:ea typeface="Calibri"/>
              <a:cs typeface="Calibri"/>
              <a:sym typeface="Calibri"/>
            </a:endParaRPr>
          </a:p>
        </p:txBody>
      </p:sp>
      <p:sp>
        <p:nvSpPr>
          <p:cNvPr id="294" name="Google Shape;294;p13"/>
          <p:cNvSpPr/>
          <p:nvPr/>
        </p:nvSpPr>
        <p:spPr>
          <a:xfrm>
            <a:off x="4043273" y="7745809"/>
            <a:ext cx="6931507"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3980427" y="7745809"/>
            <a:ext cx="1916615" cy="570176"/>
          </a:xfrm>
          <a:prstGeom prst="rect">
            <a:avLst/>
          </a:prstGeom>
          <a:noFill/>
          <a:ln>
            <a:noFill/>
          </a:ln>
        </p:spPr>
        <p:txBody>
          <a:bodyPr anchorCtr="0" anchor="t" bIns="0" lIns="0" spcFirstLastPara="1" rIns="0" wrap="square" tIns="0">
            <a:noAutofit/>
          </a:bodyPr>
          <a:lstStyle/>
          <a:p>
            <a:pPr indent="0" lvl="0" marL="0" marR="0" rtl="0" algn="ctr">
              <a:lnSpc>
                <a:spcPct val="114584"/>
              </a:lnSpc>
              <a:spcBef>
                <a:spcPts val="0"/>
              </a:spcBef>
              <a:spcAft>
                <a:spcPts val="0"/>
              </a:spcAft>
              <a:buClr>
                <a:srgbClr val="FFFFFF"/>
              </a:buClr>
              <a:buSzPts val="2969"/>
              <a:buFont typeface="Arial"/>
              <a:buNone/>
            </a:pPr>
            <a:r>
              <a:rPr b="0" i="0" lang="en-US" sz="2969" u="none" cap="none" strike="noStrike">
                <a:solidFill>
                  <a:srgbClr val="FFFFFF"/>
                </a:solidFill>
                <a:latin typeface="Arial"/>
                <a:ea typeface="Arial"/>
                <a:cs typeface="Arial"/>
                <a:sym typeface="Arial"/>
              </a:rPr>
              <a:t>Heading 3</a:t>
            </a:r>
            <a:endParaRPr b="0" i="0" sz="2969" u="none" cap="none" strike="noStrike">
              <a:solidFill>
                <a:schemeClr val="dk1"/>
              </a:solidFill>
              <a:latin typeface="Calibri"/>
              <a:ea typeface="Calibri"/>
              <a:cs typeface="Calibri"/>
              <a:sym typeface="Calibri"/>
            </a:endParaRPr>
          </a:p>
        </p:txBody>
      </p:sp>
      <p:sp>
        <p:nvSpPr>
          <p:cNvPr id="296" name="Google Shape;296;p13"/>
          <p:cNvSpPr/>
          <p:nvPr/>
        </p:nvSpPr>
        <p:spPr>
          <a:xfrm>
            <a:off x="4043273" y="8272066"/>
            <a:ext cx="7027626" cy="1509550"/>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270" u="none" cap="none" strike="noStrike">
              <a:solidFill>
                <a:schemeClr val="dk1"/>
              </a:solidFill>
              <a:latin typeface="Calibri"/>
              <a:ea typeface="Calibri"/>
              <a:cs typeface="Calibri"/>
              <a:sym typeface="Calibri"/>
            </a:endParaRPr>
          </a:p>
        </p:txBody>
      </p:sp>
      <p:pic>
        <p:nvPicPr>
          <p:cNvPr descr=" " id="297" name="Google Shape;297;p13"/>
          <p:cNvPicPr preferRelativeResize="0"/>
          <p:nvPr/>
        </p:nvPicPr>
        <p:blipFill rotWithShape="1">
          <a:blip r:embed="rId10">
            <a:alphaModFix/>
          </a:blip>
          <a:srcRect b="0" l="0" r="0" t="0"/>
          <a:stretch/>
        </p:blipFill>
        <p:spPr>
          <a:xfrm>
            <a:off x="12352492" y="7220148"/>
            <a:ext cx="8694441" cy="2991048"/>
          </a:xfrm>
          <a:prstGeom prst="rect">
            <a:avLst/>
          </a:prstGeom>
          <a:noFill/>
          <a:ln>
            <a:noFill/>
          </a:ln>
        </p:spPr>
      </p:pic>
      <p:sp>
        <p:nvSpPr>
          <p:cNvPr id="298" name="Google Shape;298;p13"/>
          <p:cNvSpPr/>
          <p:nvPr/>
        </p:nvSpPr>
        <p:spPr>
          <a:xfrm>
            <a:off x="12866559" y="7745809"/>
            <a:ext cx="7666354"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12866559" y="7745809"/>
            <a:ext cx="489508" cy="489447"/>
          </a:xfrm>
          <a:prstGeom prst="roundRect">
            <a:avLst>
              <a:gd fmla="val 16814"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12906847" y="7821166"/>
            <a:ext cx="515272" cy="439007"/>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a:t>
            </a:r>
            <a:endParaRPr b="0" i="0" sz="2270" u="none" cap="none" strike="noStrike">
              <a:solidFill>
                <a:schemeClr val="dk1"/>
              </a:solidFill>
              <a:latin typeface="Calibri"/>
              <a:ea typeface="Calibri"/>
              <a:cs typeface="Calibri"/>
              <a:sym typeface="Calibri"/>
            </a:endParaRPr>
          </a:p>
        </p:txBody>
      </p:sp>
      <p:sp>
        <p:nvSpPr>
          <p:cNvPr id="301" name="Google Shape;301;p13"/>
          <p:cNvSpPr/>
          <p:nvPr/>
        </p:nvSpPr>
        <p:spPr>
          <a:xfrm>
            <a:off x="13601416" y="7745809"/>
            <a:ext cx="6931507" cy="19397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13538570" y="7745809"/>
            <a:ext cx="1916615" cy="570176"/>
          </a:xfrm>
          <a:prstGeom prst="rect">
            <a:avLst/>
          </a:prstGeom>
          <a:noFill/>
          <a:ln>
            <a:noFill/>
          </a:ln>
        </p:spPr>
        <p:txBody>
          <a:bodyPr anchorCtr="0" anchor="t" bIns="0" lIns="0" spcFirstLastPara="1" rIns="0" wrap="square" tIns="0">
            <a:noAutofit/>
          </a:bodyPr>
          <a:lstStyle/>
          <a:p>
            <a:pPr indent="0" lvl="0" marL="0" marR="0" rtl="0" algn="ctr">
              <a:lnSpc>
                <a:spcPct val="114584"/>
              </a:lnSpc>
              <a:spcBef>
                <a:spcPts val="0"/>
              </a:spcBef>
              <a:spcAft>
                <a:spcPts val="0"/>
              </a:spcAft>
              <a:buClr>
                <a:srgbClr val="FFFFFF"/>
              </a:buClr>
              <a:buSzPts val="2969"/>
              <a:buFont typeface="Arial"/>
              <a:buNone/>
            </a:pPr>
            <a:r>
              <a:rPr b="0" i="0" lang="en-US" sz="2969" u="none" cap="none" strike="noStrike">
                <a:solidFill>
                  <a:srgbClr val="FFFFFF"/>
                </a:solidFill>
                <a:latin typeface="Arial"/>
                <a:ea typeface="Arial"/>
                <a:cs typeface="Arial"/>
                <a:sym typeface="Arial"/>
              </a:rPr>
              <a:t>Heading 4</a:t>
            </a:r>
            <a:endParaRPr b="0" i="0" sz="2969" u="none" cap="none" strike="noStrike">
              <a:solidFill>
                <a:schemeClr val="dk1"/>
              </a:solidFill>
              <a:latin typeface="Calibri"/>
              <a:ea typeface="Calibri"/>
              <a:cs typeface="Calibri"/>
              <a:sym typeface="Calibri"/>
            </a:endParaRPr>
          </a:p>
        </p:txBody>
      </p:sp>
      <p:sp>
        <p:nvSpPr>
          <p:cNvPr id="303" name="Google Shape;303;p13"/>
          <p:cNvSpPr/>
          <p:nvPr/>
        </p:nvSpPr>
        <p:spPr>
          <a:xfrm>
            <a:off x="13601416" y="8272066"/>
            <a:ext cx="7027626" cy="1509550"/>
          </a:xfrm>
          <a:prstGeom prst="rect">
            <a:avLst/>
          </a:prstGeom>
          <a:noFill/>
          <a:ln>
            <a:noFill/>
          </a:ln>
        </p:spPr>
        <p:txBody>
          <a:bodyPr anchorCtr="0" anchor="t" bIns="0" lIns="0" spcFirstLastPara="1" rIns="0" wrap="square" tIns="0">
            <a:noAutofit/>
          </a:bodyPr>
          <a:lstStyle/>
          <a:p>
            <a:pPr indent="0" lvl="0" marL="0" marR="0" rtl="0" algn="l">
              <a:lnSpc>
                <a:spcPct val="114581"/>
              </a:lnSpc>
              <a:spcBef>
                <a:spcPts val="0"/>
              </a:spcBef>
              <a:spcAft>
                <a:spcPts val="0"/>
              </a:spcAft>
              <a:buClr>
                <a:srgbClr val="FFFFFF"/>
              </a:buClr>
              <a:buSzPts val="2270"/>
              <a:buFont typeface="Arial"/>
              <a:buNone/>
            </a:pPr>
            <a:r>
              <a:rPr b="0" i="0" lang="en-US" sz="2270" u="none" cap="none" strike="noStrike">
                <a:solidFill>
                  <a:srgbClr val="FFFFFF"/>
                </a:solidFill>
                <a:latin typeface="Arial"/>
                <a:ea typeface="Arial"/>
                <a:cs typeface="Arial"/>
                <a:sym typeface="Arial"/>
              </a:rPr>
              <a:t>Lorem ipsum dolor sit amet, consectetur adipiscing elit, sed do eiusmod tempor incididunt ut labore et dolore magna aliqua. Ut enim ad minim veniam, quis nostrud.</a:t>
            </a:r>
            <a:endParaRPr b="0" i="0" sz="2270" u="none" cap="none" strike="noStrike">
              <a:solidFill>
                <a:schemeClr val="dk1"/>
              </a:solidFill>
              <a:latin typeface="Calibri"/>
              <a:ea typeface="Calibri"/>
              <a:cs typeface="Calibri"/>
              <a:sym typeface="Calibri"/>
            </a:endParaRPr>
          </a:p>
        </p:txBody>
      </p:sp>
      <p:pic>
        <p:nvPicPr>
          <p:cNvPr descr=" " id="304" name="Google Shape;304;p13"/>
          <p:cNvPicPr preferRelativeResize="0"/>
          <p:nvPr/>
        </p:nvPicPr>
        <p:blipFill rotWithShape="1">
          <a:blip r:embed="rId11">
            <a:alphaModFix/>
          </a:blip>
          <a:srcRect b="0" l="0" r="0" t="0"/>
          <a:stretch/>
        </p:blipFill>
        <p:spPr>
          <a:xfrm>
            <a:off x="2846446" y="1578918"/>
            <a:ext cx="11148868" cy="159940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pic>
        <p:nvPicPr>
          <p:cNvPr descr=" " id="310" name="Google Shape;310;p14"/>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311" name="Google Shape;311;p14"/>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sp>
        <p:nvSpPr>
          <p:cNvPr id="312" name="Google Shape;312;p14"/>
          <p:cNvSpPr/>
          <p:nvPr/>
        </p:nvSpPr>
        <p:spPr>
          <a:xfrm>
            <a:off x="1346368" y="0"/>
            <a:ext cx="1447981" cy="59168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13" name="Google Shape;313;p14"/>
          <p:cNvPicPr preferRelativeResize="0"/>
          <p:nvPr/>
        </p:nvPicPr>
        <p:blipFill rotWithShape="1">
          <a:blip r:embed="rId5">
            <a:alphaModFix/>
          </a:blip>
          <a:srcRect b="0" l="0" r="0" t="0"/>
          <a:stretch/>
        </p:blipFill>
        <p:spPr>
          <a:xfrm>
            <a:off x="1346368" y="0"/>
            <a:ext cx="1447981" cy="6997700"/>
          </a:xfrm>
          <a:prstGeom prst="rect">
            <a:avLst/>
          </a:prstGeom>
          <a:noFill/>
          <a:ln>
            <a:noFill/>
          </a:ln>
        </p:spPr>
      </p:pic>
      <p:pic>
        <p:nvPicPr>
          <p:cNvPr descr=" " id="314" name="Google Shape;314;p14"/>
          <p:cNvPicPr preferRelativeResize="0"/>
          <p:nvPr/>
        </p:nvPicPr>
        <p:blipFill rotWithShape="1">
          <a:blip r:embed="rId6">
            <a:alphaModFix/>
          </a:blip>
          <a:srcRect b="0" l="0" r="0" t="0"/>
          <a:stretch/>
        </p:blipFill>
        <p:spPr>
          <a:xfrm>
            <a:off x="2245105" y="2960191"/>
            <a:ext cx="214290" cy="185787"/>
          </a:xfrm>
          <a:prstGeom prst="rect">
            <a:avLst/>
          </a:prstGeom>
          <a:noFill/>
          <a:ln>
            <a:noFill/>
          </a:ln>
        </p:spPr>
      </p:pic>
      <p:pic>
        <p:nvPicPr>
          <p:cNvPr descr=" " id="315" name="Google Shape;315;p14"/>
          <p:cNvPicPr preferRelativeResize="0"/>
          <p:nvPr/>
        </p:nvPicPr>
        <p:blipFill rotWithShape="1">
          <a:blip r:embed="rId7">
            <a:alphaModFix/>
          </a:blip>
          <a:srcRect b="0" l="0" r="0" t="0"/>
          <a:stretch/>
        </p:blipFill>
        <p:spPr>
          <a:xfrm>
            <a:off x="2245154" y="2956868"/>
            <a:ext cx="214190" cy="192336"/>
          </a:xfrm>
          <a:prstGeom prst="rect">
            <a:avLst/>
          </a:prstGeom>
          <a:noFill/>
          <a:ln>
            <a:noFill/>
          </a:ln>
        </p:spPr>
      </p:pic>
      <p:pic>
        <p:nvPicPr>
          <p:cNvPr descr=" " id="316" name="Google Shape;316;p14"/>
          <p:cNvPicPr preferRelativeResize="0"/>
          <p:nvPr/>
        </p:nvPicPr>
        <p:blipFill rotWithShape="1">
          <a:blip r:embed="rId8">
            <a:alphaModFix/>
          </a:blip>
          <a:srcRect b="0" l="0" r="0" t="0"/>
          <a:stretch/>
        </p:blipFill>
        <p:spPr>
          <a:xfrm>
            <a:off x="1350635" y="0"/>
            <a:ext cx="64848" cy="13716000"/>
          </a:xfrm>
          <a:prstGeom prst="rect">
            <a:avLst/>
          </a:prstGeom>
          <a:noFill/>
          <a:ln>
            <a:noFill/>
          </a:ln>
        </p:spPr>
      </p:pic>
      <p:pic>
        <p:nvPicPr>
          <p:cNvPr descr=" " id="317" name="Google Shape;317;p14"/>
          <p:cNvPicPr preferRelativeResize="0"/>
          <p:nvPr/>
        </p:nvPicPr>
        <p:blipFill rotWithShape="1">
          <a:blip r:embed="rId9">
            <a:alphaModFix/>
          </a:blip>
          <a:srcRect b="0" l="0" r="0" t="0"/>
          <a:stretch/>
        </p:blipFill>
        <p:spPr>
          <a:xfrm>
            <a:off x="0" y="10971312"/>
            <a:ext cx="24387048" cy="2744688"/>
          </a:xfrm>
          <a:prstGeom prst="rect">
            <a:avLst/>
          </a:prstGeom>
          <a:noFill/>
          <a:ln>
            <a:noFill/>
          </a:ln>
        </p:spPr>
      </p:pic>
      <p:pic>
        <p:nvPicPr>
          <p:cNvPr descr=" " id="318" name="Google Shape;318;p14"/>
          <p:cNvPicPr preferRelativeResize="0"/>
          <p:nvPr/>
        </p:nvPicPr>
        <p:blipFill rotWithShape="1">
          <a:blip r:embed="rId10">
            <a:alphaModFix/>
          </a:blip>
          <a:srcRect b="0" l="0" r="0" t="0"/>
          <a:stretch/>
        </p:blipFill>
        <p:spPr>
          <a:xfrm>
            <a:off x="2807299" y="2335014"/>
            <a:ext cx="9946236" cy="1270595"/>
          </a:xfrm>
          <a:prstGeom prst="rect">
            <a:avLst/>
          </a:prstGeom>
          <a:noFill/>
          <a:ln>
            <a:noFill/>
          </a:ln>
        </p:spPr>
      </p:pic>
      <p:sp>
        <p:nvSpPr>
          <p:cNvPr id="319" name="Google Shape;319;p14"/>
          <p:cNvSpPr/>
          <p:nvPr/>
        </p:nvSpPr>
        <p:spPr>
          <a:xfrm>
            <a:off x="3099187" y="4775746"/>
            <a:ext cx="19317626" cy="469791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3099187" y="4775746"/>
            <a:ext cx="4029207" cy="469791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21" name="Google Shape;321;p14"/>
          <p:cNvPicPr preferRelativeResize="0"/>
          <p:nvPr/>
        </p:nvPicPr>
        <p:blipFill rotWithShape="1">
          <a:blip r:embed="rId11">
            <a:alphaModFix/>
          </a:blip>
          <a:srcRect b="0" l="0" r="0" t="0"/>
          <a:stretch/>
        </p:blipFill>
        <p:spPr>
          <a:xfrm>
            <a:off x="3226898" y="4768155"/>
            <a:ext cx="3773761" cy="3773339"/>
          </a:xfrm>
          <a:prstGeom prst="rect">
            <a:avLst/>
          </a:prstGeom>
          <a:noFill/>
          <a:ln>
            <a:noFill/>
          </a:ln>
        </p:spPr>
      </p:pic>
      <p:sp>
        <p:nvSpPr>
          <p:cNvPr id="322" name="Google Shape;322;p14"/>
          <p:cNvSpPr/>
          <p:nvPr/>
        </p:nvSpPr>
        <p:spPr>
          <a:xfrm>
            <a:off x="3099187" y="8787854"/>
            <a:ext cx="4029207" cy="6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23" name="Google Shape;323;p14"/>
          <p:cNvPicPr preferRelativeResize="0"/>
          <p:nvPr/>
        </p:nvPicPr>
        <p:blipFill rotWithShape="1">
          <a:blip r:embed="rId12">
            <a:alphaModFix/>
          </a:blip>
          <a:srcRect b="0" l="0" r="0" t="0"/>
          <a:stretch/>
        </p:blipFill>
        <p:spPr>
          <a:xfrm>
            <a:off x="4077805" y="8799463"/>
            <a:ext cx="2081026" cy="260251"/>
          </a:xfrm>
          <a:prstGeom prst="rect">
            <a:avLst/>
          </a:prstGeom>
          <a:noFill/>
          <a:ln>
            <a:noFill/>
          </a:ln>
        </p:spPr>
      </p:pic>
      <p:pic>
        <p:nvPicPr>
          <p:cNvPr descr=" " id="324" name="Google Shape;324;p14"/>
          <p:cNvPicPr preferRelativeResize="0"/>
          <p:nvPr/>
        </p:nvPicPr>
        <p:blipFill rotWithShape="1">
          <a:blip r:embed="rId13">
            <a:alphaModFix/>
          </a:blip>
          <a:srcRect b="0" l="0" r="0" t="0"/>
          <a:stretch/>
        </p:blipFill>
        <p:spPr>
          <a:xfrm>
            <a:off x="3570089" y="9142363"/>
            <a:ext cx="3092886" cy="320179"/>
          </a:xfrm>
          <a:prstGeom prst="rect">
            <a:avLst/>
          </a:prstGeom>
          <a:noFill/>
          <a:ln>
            <a:noFill/>
          </a:ln>
        </p:spPr>
      </p:pic>
      <p:sp>
        <p:nvSpPr>
          <p:cNvPr id="325" name="Google Shape;325;p14"/>
          <p:cNvSpPr/>
          <p:nvPr/>
        </p:nvSpPr>
        <p:spPr>
          <a:xfrm>
            <a:off x="8195302" y="4894610"/>
            <a:ext cx="4029207" cy="446014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26" name="Google Shape;326;p14"/>
          <p:cNvPicPr preferRelativeResize="0"/>
          <p:nvPr/>
        </p:nvPicPr>
        <p:blipFill rotWithShape="1">
          <a:blip r:embed="rId14">
            <a:alphaModFix/>
          </a:blip>
          <a:srcRect b="0" l="0" r="0" t="0"/>
          <a:stretch/>
        </p:blipFill>
        <p:spPr>
          <a:xfrm>
            <a:off x="8419118" y="4864249"/>
            <a:ext cx="3581550" cy="3581102"/>
          </a:xfrm>
          <a:prstGeom prst="rect">
            <a:avLst/>
          </a:prstGeom>
          <a:noFill/>
          <a:ln>
            <a:noFill/>
          </a:ln>
        </p:spPr>
      </p:pic>
      <p:sp>
        <p:nvSpPr>
          <p:cNvPr id="327" name="Google Shape;327;p14"/>
          <p:cNvSpPr/>
          <p:nvPr/>
        </p:nvSpPr>
        <p:spPr>
          <a:xfrm>
            <a:off x="8195302" y="8668941"/>
            <a:ext cx="4029207" cy="6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28" name="Google Shape;328;p14"/>
          <p:cNvPicPr preferRelativeResize="0"/>
          <p:nvPr/>
        </p:nvPicPr>
        <p:blipFill rotWithShape="1">
          <a:blip r:embed="rId15">
            <a:alphaModFix/>
          </a:blip>
          <a:srcRect b="0" l="0" r="0" t="0"/>
          <a:stretch/>
        </p:blipFill>
        <p:spPr>
          <a:xfrm>
            <a:off x="9332839" y="8680549"/>
            <a:ext cx="1763189" cy="260251"/>
          </a:xfrm>
          <a:prstGeom prst="rect">
            <a:avLst/>
          </a:prstGeom>
          <a:noFill/>
          <a:ln>
            <a:noFill/>
          </a:ln>
        </p:spPr>
      </p:pic>
      <p:pic>
        <p:nvPicPr>
          <p:cNvPr descr=" " id="329" name="Google Shape;329;p14"/>
          <p:cNvPicPr preferRelativeResize="0"/>
          <p:nvPr/>
        </p:nvPicPr>
        <p:blipFill rotWithShape="1">
          <a:blip r:embed="rId16">
            <a:alphaModFix/>
          </a:blip>
          <a:srcRect b="0" l="0" r="0" t="0"/>
          <a:stretch/>
        </p:blipFill>
        <p:spPr>
          <a:xfrm>
            <a:off x="8639114" y="9023449"/>
            <a:ext cx="3147066" cy="320179"/>
          </a:xfrm>
          <a:prstGeom prst="rect">
            <a:avLst/>
          </a:prstGeom>
          <a:noFill/>
          <a:ln>
            <a:noFill/>
          </a:ln>
        </p:spPr>
      </p:pic>
      <p:sp>
        <p:nvSpPr>
          <p:cNvPr id="330" name="Google Shape;330;p14"/>
          <p:cNvSpPr/>
          <p:nvPr/>
        </p:nvSpPr>
        <p:spPr>
          <a:xfrm>
            <a:off x="13291467" y="4894659"/>
            <a:ext cx="4029207" cy="44600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31" name="Google Shape;331;p14"/>
          <p:cNvPicPr preferRelativeResize="0"/>
          <p:nvPr/>
        </p:nvPicPr>
        <p:blipFill rotWithShape="1">
          <a:blip r:embed="rId17">
            <a:alphaModFix/>
          </a:blip>
          <a:srcRect b="0" l="0" r="0" t="0"/>
          <a:stretch/>
        </p:blipFill>
        <p:spPr>
          <a:xfrm>
            <a:off x="13515333" y="4864249"/>
            <a:ext cx="3581500" cy="3581053"/>
          </a:xfrm>
          <a:prstGeom prst="rect">
            <a:avLst/>
          </a:prstGeom>
          <a:noFill/>
          <a:ln>
            <a:noFill/>
          </a:ln>
        </p:spPr>
      </p:pic>
      <p:sp>
        <p:nvSpPr>
          <p:cNvPr id="332" name="Google Shape;332;p14"/>
          <p:cNvSpPr/>
          <p:nvPr/>
        </p:nvSpPr>
        <p:spPr>
          <a:xfrm>
            <a:off x="13291467" y="8668941"/>
            <a:ext cx="4029207" cy="6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33" name="Google Shape;333;p14"/>
          <p:cNvPicPr preferRelativeResize="0"/>
          <p:nvPr/>
        </p:nvPicPr>
        <p:blipFill rotWithShape="1">
          <a:blip r:embed="rId18">
            <a:alphaModFix/>
          </a:blip>
          <a:srcRect b="0" l="0" r="0" t="0"/>
          <a:stretch/>
        </p:blipFill>
        <p:spPr>
          <a:xfrm>
            <a:off x="13322874" y="8680549"/>
            <a:ext cx="3971727" cy="260251"/>
          </a:xfrm>
          <a:prstGeom prst="rect">
            <a:avLst/>
          </a:prstGeom>
          <a:noFill/>
          <a:ln>
            <a:noFill/>
          </a:ln>
        </p:spPr>
      </p:pic>
      <p:pic>
        <p:nvPicPr>
          <p:cNvPr descr=" " id="334" name="Google Shape;334;p14"/>
          <p:cNvPicPr preferRelativeResize="0"/>
          <p:nvPr/>
        </p:nvPicPr>
        <p:blipFill rotWithShape="1">
          <a:blip r:embed="rId19">
            <a:alphaModFix/>
          </a:blip>
          <a:srcRect b="0" l="0" r="0" t="0"/>
          <a:stretch/>
        </p:blipFill>
        <p:spPr>
          <a:xfrm>
            <a:off x="14602757" y="9023449"/>
            <a:ext cx="1412159" cy="325586"/>
          </a:xfrm>
          <a:prstGeom prst="rect">
            <a:avLst/>
          </a:prstGeom>
          <a:noFill/>
          <a:ln>
            <a:noFill/>
          </a:ln>
        </p:spPr>
      </p:pic>
      <p:sp>
        <p:nvSpPr>
          <p:cNvPr id="335" name="Google Shape;335;p14"/>
          <p:cNvSpPr/>
          <p:nvPr/>
        </p:nvSpPr>
        <p:spPr>
          <a:xfrm>
            <a:off x="18387632" y="4775795"/>
            <a:ext cx="4029207" cy="469783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36" name="Google Shape;336;p14"/>
          <p:cNvPicPr preferRelativeResize="0"/>
          <p:nvPr/>
        </p:nvPicPr>
        <p:blipFill rotWithShape="1">
          <a:blip r:embed="rId20">
            <a:alphaModFix/>
          </a:blip>
          <a:srcRect b="0" l="0" r="0" t="0"/>
          <a:stretch/>
        </p:blipFill>
        <p:spPr>
          <a:xfrm>
            <a:off x="18515392" y="4768205"/>
            <a:ext cx="3773711" cy="3773239"/>
          </a:xfrm>
          <a:prstGeom prst="rect">
            <a:avLst/>
          </a:prstGeom>
          <a:noFill/>
          <a:ln>
            <a:noFill/>
          </a:ln>
        </p:spPr>
      </p:pic>
      <p:sp>
        <p:nvSpPr>
          <p:cNvPr id="337" name="Google Shape;337;p14"/>
          <p:cNvSpPr/>
          <p:nvPr/>
        </p:nvSpPr>
        <p:spPr>
          <a:xfrm>
            <a:off x="18387632" y="8787854"/>
            <a:ext cx="4029207" cy="6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 " id="338" name="Google Shape;338;p14"/>
          <p:cNvPicPr preferRelativeResize="0"/>
          <p:nvPr/>
        </p:nvPicPr>
        <p:blipFill rotWithShape="1">
          <a:blip r:embed="rId21">
            <a:alphaModFix/>
          </a:blip>
          <a:srcRect b="0" l="0" r="0" t="0"/>
          <a:stretch/>
        </p:blipFill>
        <p:spPr>
          <a:xfrm>
            <a:off x="19141144" y="8799463"/>
            <a:ext cx="2521216" cy="325586"/>
          </a:xfrm>
          <a:prstGeom prst="rect">
            <a:avLst/>
          </a:prstGeom>
          <a:noFill/>
          <a:ln>
            <a:noFill/>
          </a:ln>
        </p:spPr>
      </p:pic>
      <p:pic>
        <p:nvPicPr>
          <p:cNvPr descr=" " id="339" name="Google Shape;339;p14"/>
          <p:cNvPicPr preferRelativeResize="0"/>
          <p:nvPr/>
        </p:nvPicPr>
        <p:blipFill rotWithShape="1">
          <a:blip r:embed="rId22">
            <a:alphaModFix/>
          </a:blip>
          <a:srcRect b="0" l="0" r="0" t="0"/>
          <a:stretch/>
        </p:blipFill>
        <p:spPr>
          <a:xfrm>
            <a:off x="18923182" y="9142363"/>
            <a:ext cx="2951978" cy="32017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pic>
        <p:nvPicPr>
          <p:cNvPr descr=" " id="345" name="Google Shape;345;p15"/>
          <p:cNvPicPr preferRelativeResize="0"/>
          <p:nvPr/>
        </p:nvPicPr>
        <p:blipFill rotWithShape="1">
          <a:blip r:embed="rId3">
            <a:alphaModFix/>
          </a:blip>
          <a:srcRect b="0" l="0" r="0" t="0"/>
          <a:stretch/>
        </p:blipFill>
        <p:spPr>
          <a:xfrm>
            <a:off x="0" y="0"/>
            <a:ext cx="24387048" cy="13716000"/>
          </a:xfrm>
          <a:prstGeom prst="rect">
            <a:avLst/>
          </a:prstGeom>
          <a:noFill/>
          <a:ln>
            <a:noFill/>
          </a:ln>
        </p:spPr>
      </p:pic>
      <p:pic>
        <p:nvPicPr>
          <p:cNvPr descr=" " id="346" name="Google Shape;346;p15"/>
          <p:cNvPicPr preferRelativeResize="0"/>
          <p:nvPr/>
        </p:nvPicPr>
        <p:blipFill rotWithShape="1">
          <a:blip r:embed="rId4">
            <a:alphaModFix/>
          </a:blip>
          <a:srcRect b="0" l="0" r="0" t="0"/>
          <a:stretch/>
        </p:blipFill>
        <p:spPr>
          <a:xfrm>
            <a:off x="0" y="177800"/>
            <a:ext cx="24387048" cy="13369230"/>
          </a:xfrm>
          <a:prstGeom prst="rect">
            <a:avLst/>
          </a:prstGeom>
          <a:noFill/>
          <a:ln>
            <a:noFill/>
          </a:ln>
        </p:spPr>
      </p:pic>
      <p:pic>
        <p:nvPicPr>
          <p:cNvPr descr=" " id="347" name="Google Shape;347;p15"/>
          <p:cNvPicPr preferRelativeResize="0"/>
          <p:nvPr/>
        </p:nvPicPr>
        <p:blipFill rotWithShape="1">
          <a:blip r:embed="rId5">
            <a:alphaModFix/>
          </a:blip>
          <a:srcRect b="0" l="0" r="0" t="0"/>
          <a:stretch/>
        </p:blipFill>
        <p:spPr>
          <a:xfrm>
            <a:off x="0" y="10971312"/>
            <a:ext cx="24387048" cy="2744688"/>
          </a:xfrm>
          <a:prstGeom prst="rect">
            <a:avLst/>
          </a:prstGeom>
          <a:noFill/>
          <a:ln>
            <a:noFill/>
          </a:ln>
        </p:spPr>
      </p:pic>
      <p:pic>
        <p:nvPicPr>
          <p:cNvPr descr=" " id="348" name="Google Shape;348;p15"/>
          <p:cNvPicPr preferRelativeResize="0"/>
          <p:nvPr/>
        </p:nvPicPr>
        <p:blipFill rotWithShape="1">
          <a:blip r:embed="rId6">
            <a:alphaModFix/>
          </a:blip>
          <a:srcRect b="0" l="0" r="0" t="0"/>
          <a:stretch/>
        </p:blipFill>
        <p:spPr>
          <a:xfrm>
            <a:off x="7419513" y="4883398"/>
            <a:ext cx="9563750" cy="1705521"/>
          </a:xfrm>
          <a:prstGeom prst="rect">
            <a:avLst/>
          </a:prstGeom>
          <a:noFill/>
          <a:ln>
            <a:noFill/>
          </a:ln>
        </p:spPr>
      </p:pic>
      <p:pic>
        <p:nvPicPr>
          <p:cNvPr descr=" " id="349" name="Google Shape;349;p15"/>
          <p:cNvPicPr preferRelativeResize="0"/>
          <p:nvPr/>
        </p:nvPicPr>
        <p:blipFill rotWithShape="1">
          <a:blip r:embed="rId7">
            <a:alphaModFix/>
          </a:blip>
          <a:srcRect b="0" l="0" r="0" t="0"/>
          <a:stretch/>
        </p:blipFill>
        <p:spPr>
          <a:xfrm>
            <a:off x="9551147" y="7412236"/>
            <a:ext cx="5389542" cy="82297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